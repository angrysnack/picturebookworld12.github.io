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5773400" cy="2438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9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733800" y="3162300"/>
            <a:ext cx="584200" cy="495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06600" y="18745200"/>
            <a:ext cx="5461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" y="-22860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>
            <a:hlinkClick r:id="rId3" action="ppaction://hlinksldjump"/>
          </p:cNvPr>
          <p:cNvSpPr txBox="1"/>
          <p:nvPr/>
        </p:nvSpPr>
        <p:spPr>
          <a:xfrm>
            <a:off x="11635105" y="22021800"/>
            <a:ext cx="34925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/>
              <a:t>return</a:t>
            </a:r>
            <a:endParaRPr lang="en-US" altLang="zh-CN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463800" y="18859500"/>
            <a:ext cx="558800" cy="4064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810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73865" y="21636990"/>
            <a:ext cx="309943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hlinkClick r:id="rId3" action="ppaction://hlinksldjump"/>
              </a:rPr>
              <a:t>return</a:t>
            </a:r>
            <a:endParaRPr lang="en-US" altLang="zh-CN" sz="8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33600" y="18745200"/>
            <a:ext cx="5334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516995" y="21886545"/>
            <a:ext cx="444690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hlinkClick r:id="rId3" action="ppaction://hlinksldjump"/>
              </a:rPr>
              <a:t>return</a:t>
            </a:r>
            <a:endParaRPr lang="en-US" altLang="zh-CN" sz="8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92300" y="18719800"/>
            <a:ext cx="571500" cy="495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468100" y="22021800"/>
            <a:ext cx="61239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>
                <a:hlinkClick r:id="rId3" action="ppaction://hlinksldjump"/>
              </a:rPr>
              <a:t>return</a:t>
            </a:r>
            <a:endParaRPr lang="en-US" altLang="zh-CN" sz="9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57400" y="18821400"/>
            <a:ext cx="660400" cy="5334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849735" y="22011640"/>
            <a:ext cx="44189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hlinkClick r:id="rId3" action="ppaction://hlinksldjump"/>
              </a:rPr>
              <a:t>return</a:t>
            </a:r>
            <a:endParaRPr lang="en-US" altLang="zh-CN" sz="8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57400" y="18859500"/>
            <a:ext cx="546100" cy="4953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600180" y="21845270"/>
            <a:ext cx="604012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hlinkClick r:id="rId3" action="ppaction://hlinksldjump"/>
              </a:rPr>
              <a:t>return</a:t>
            </a:r>
            <a:endParaRPr lang="en-US" altLang="zh-CN" sz="8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71700" y="18796000"/>
            <a:ext cx="571500" cy="469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773400" cy="243840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1287760" y="21511895"/>
            <a:ext cx="52095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600">
                <a:hlinkClick r:id="rId3" action="ppaction://hlinksldjump"/>
              </a:rPr>
              <a:t>return</a:t>
            </a:r>
            <a:endParaRPr lang="en-US" altLang="zh-CN" sz="9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3082925" cy="114300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594735" cy="995045"/>
          </a:xfrm>
        </p:spPr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24300" y="16459200"/>
            <a:ext cx="788670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the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2400300" y="4114800"/>
            <a:ext cx="1717675" cy="1821815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43100" y="6096000"/>
            <a:ext cx="3068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5400"/>
              <a:t>   </a:t>
            </a:r>
            <a:r>
              <a:rPr lang="en-US" altLang="zh-CN" sz="6000"/>
              <a:t>dog</a:t>
            </a:r>
            <a:endParaRPr lang="en-US" altLang="zh-CN" sz="6000"/>
          </a:p>
        </p:txBody>
      </p:sp>
      <p:sp>
        <p:nvSpPr>
          <p:cNvPr id="7" name="椭圆 6">
            <a:hlinkClick r:id="rId2" action="ppaction://hlinksldjump"/>
          </p:cNvPr>
          <p:cNvSpPr/>
          <p:nvPr/>
        </p:nvSpPr>
        <p:spPr>
          <a:xfrm>
            <a:off x="5219700" y="4114800"/>
            <a:ext cx="1717675" cy="1821815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3" action="ppaction://hlinksldjump"/>
          </p:cNvPr>
          <p:cNvSpPr/>
          <p:nvPr/>
        </p:nvSpPr>
        <p:spPr>
          <a:xfrm>
            <a:off x="8115300" y="4191000"/>
            <a:ext cx="1717675" cy="18218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4" action="ppaction://hlinksldjump"/>
          </p:cNvPr>
          <p:cNvSpPr/>
          <p:nvPr/>
        </p:nvSpPr>
        <p:spPr>
          <a:xfrm>
            <a:off x="11468100" y="4038600"/>
            <a:ext cx="1717675" cy="182181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5" action="ppaction://hlinksldjump"/>
          </p:cNvPr>
          <p:cNvSpPr/>
          <p:nvPr/>
        </p:nvSpPr>
        <p:spPr>
          <a:xfrm>
            <a:off x="3390900" y="7696200"/>
            <a:ext cx="1717675" cy="182181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6" action="ppaction://hlinksldjump"/>
          </p:cNvPr>
          <p:cNvSpPr/>
          <p:nvPr/>
        </p:nvSpPr>
        <p:spPr>
          <a:xfrm>
            <a:off x="6667500" y="7924800"/>
            <a:ext cx="1717675" cy="182181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914900" y="601980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5400">
                <a:sym typeface="+mn-ea"/>
              </a:rPr>
              <a:t>   cow</a:t>
            </a:r>
            <a:endParaRPr lang="en-US" altLang="zh-CN" sz="600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62900" y="618871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5400">
                <a:sym typeface="+mn-ea"/>
              </a:rPr>
              <a:t>   pig</a:t>
            </a:r>
            <a:endParaRPr lang="en-US" altLang="zh-CN" sz="60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934700" y="632460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5400">
                <a:sym typeface="+mn-ea"/>
              </a:rPr>
              <a:t>   chicken</a:t>
            </a:r>
            <a:endParaRPr lang="en-US" altLang="zh-CN" sz="60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33700" y="990600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5400">
                <a:sym typeface="+mn-ea"/>
              </a:rPr>
              <a:t>   goat</a:t>
            </a:r>
            <a:endParaRPr lang="en-US" altLang="zh-CN" sz="60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10300" y="982980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altLang="zh-CN" sz="5400">
                <a:sym typeface="+mn-ea"/>
              </a:rPr>
              <a:t>   duck</a:t>
            </a:r>
            <a:endParaRPr lang="en-US" altLang="zh-CN" sz="6000">
              <a:sym typeface="+mn-ea"/>
            </a:endParaRPr>
          </a:p>
        </p:txBody>
      </p:sp>
      <p:sp>
        <p:nvSpPr>
          <p:cNvPr id="17" name="椭圆 16">
            <a:hlinkClick r:id="rId7" action="ppaction://hlinksldjump"/>
          </p:cNvPr>
          <p:cNvSpPr/>
          <p:nvPr/>
        </p:nvSpPr>
        <p:spPr>
          <a:xfrm>
            <a:off x="9791700" y="8001000"/>
            <a:ext cx="1717675" cy="1821815"/>
          </a:xfrm>
          <a:prstGeom prst="ellipse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639300" y="10058400"/>
            <a:ext cx="78867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5400">
                <a:sym typeface="+mn-ea"/>
              </a:rPr>
              <a:t>sheep</a:t>
            </a:r>
            <a:endParaRPr lang="en-US" altLang="zh-CN" sz="54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WPS 演示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2025-04-13T14:16:02Z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916FD81E89074BE9923B739C143084E2_12</vt:lpwstr>
  </property>
  <property fmtid="{D5CDD505-2E9C-101B-9397-08002B2CF9AE}" pid="3" name="KSOProductBuildVer">
    <vt:lpwstr>2052-12.1.0.20784</vt:lpwstr>
  </property>
</Properties>
</file>