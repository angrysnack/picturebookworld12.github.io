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24384000" cy="157734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-252" y="-84"/>
      </p:cViewPr>
      <p:guideLst>
        <p:guide orient="horz" pos="215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slide" Target="slide10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8.xml"/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054600" y="2819400"/>
            <a:ext cx="368300" cy="3302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648200" y="12534900"/>
            <a:ext cx="419100" cy="342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576540" y="13604875"/>
            <a:ext cx="35788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289800" y="12585700"/>
            <a:ext cx="419100" cy="342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pic>
        <p:nvPicPr>
          <p:cNvPr id="3" name="Picture 3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000" y="127000"/>
            <a:ext cx="24384000" cy="15773400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20072985" y="13623925"/>
            <a:ext cx="38538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 sz="7200"/>
          </a:p>
        </p:txBody>
      </p:sp>
      <p:sp>
        <p:nvSpPr>
          <p:cNvPr id="5" name="文本框 4"/>
          <p:cNvSpPr txBox="1"/>
          <p:nvPr/>
        </p:nvSpPr>
        <p:spPr>
          <a:xfrm>
            <a:off x="20576540" y="13604875"/>
            <a:ext cx="35788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130800" y="12509500"/>
            <a:ext cx="393700" cy="3810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383500" y="13649325"/>
            <a:ext cx="36957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302500" y="12585700"/>
            <a:ext cx="419100" cy="3429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576540" y="13604875"/>
            <a:ext cx="35788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927600" y="12534900"/>
            <a:ext cx="406400" cy="3556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635595" y="13870940"/>
            <a:ext cx="36722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226300" y="12636500"/>
            <a:ext cx="444500" cy="3810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576540" y="13604875"/>
            <a:ext cx="35788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232400" y="12534900"/>
            <a:ext cx="419100" cy="3556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250785" y="13322935"/>
            <a:ext cx="375221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600">
                <a:hlinkClick r:id="rId3" action="ppaction://hlinksldjump"/>
              </a:rPr>
              <a:t>return</a:t>
            </a:r>
            <a:endParaRPr lang="en-US" altLang="zh-CN" sz="6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273800" y="12661900"/>
            <a:ext cx="393700" cy="355600"/>
          </a:xfrm>
          <a:prstGeom prst="rect">
            <a:avLst/>
          </a:prstGeom>
          <a:noFill/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4384000" cy="15773400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576540" y="13604875"/>
            <a:ext cx="35788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hlinkClick r:id="rId3" action="ppaction://hlinksldjump"/>
              </a:rPr>
              <a:t>return</a:t>
            </a:r>
            <a:endParaRPr lang="en-US" altLang="zh-CN" sz="7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flipH="1">
            <a:off x="445770" y="274955"/>
            <a:ext cx="76200" cy="1143000"/>
          </a:xfrm>
        </p:spPr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 flipH="1">
            <a:off x="-481330" y="1600200"/>
            <a:ext cx="938530" cy="1169670"/>
          </a:xfrm>
        </p:spPr>
        <p:txBody>
          <a:bodyPr/>
          <a:p>
            <a:endParaRPr lang="zh-CN" altLang="en-US"/>
          </a:p>
        </p:txBody>
      </p:sp>
      <p:sp>
        <p:nvSpPr>
          <p:cNvPr id="5" name="椭圆 4">
            <a:hlinkClick r:id="rId1" action="ppaction://hlinksldjump"/>
          </p:cNvPr>
          <p:cNvSpPr/>
          <p:nvPr/>
        </p:nvSpPr>
        <p:spPr>
          <a:xfrm>
            <a:off x="4953000" y="2705100"/>
            <a:ext cx="1478280" cy="14401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>
            <a:hlinkClick r:id="rId2" action="ppaction://hlinksldjump"/>
          </p:cNvPr>
          <p:cNvSpPr/>
          <p:nvPr/>
        </p:nvSpPr>
        <p:spPr>
          <a:xfrm>
            <a:off x="7467600" y="2781300"/>
            <a:ext cx="1478280" cy="14401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>
            <a:hlinkClick r:id="rId3" action="ppaction://hlinksldjump"/>
          </p:cNvPr>
          <p:cNvSpPr/>
          <p:nvPr/>
        </p:nvSpPr>
        <p:spPr>
          <a:xfrm>
            <a:off x="10134600" y="2769870"/>
            <a:ext cx="1478280" cy="14401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4" action="ppaction://hlinksldjump"/>
          </p:cNvPr>
          <p:cNvSpPr/>
          <p:nvPr/>
        </p:nvSpPr>
        <p:spPr>
          <a:xfrm>
            <a:off x="13030200" y="2781300"/>
            <a:ext cx="1478280" cy="144018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684395" y="4550410"/>
            <a:ext cx="20212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  mouse</a:t>
            </a:r>
            <a:endParaRPr lang="en-US" altLang="zh-CN" sz="3600"/>
          </a:p>
        </p:txBody>
      </p:sp>
      <p:sp>
        <p:nvSpPr>
          <p:cNvPr id="9" name="文本框 8"/>
          <p:cNvSpPr txBox="1"/>
          <p:nvPr/>
        </p:nvSpPr>
        <p:spPr>
          <a:xfrm>
            <a:off x="7543800" y="4550410"/>
            <a:ext cx="1727835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 sz="2800"/>
              <a:t>  </a:t>
            </a:r>
            <a:r>
              <a:rPr lang="en-US" altLang="zh-CN" sz="3600"/>
              <a:t>frog</a:t>
            </a:r>
            <a:endParaRPr lang="en-US" altLang="zh-CN" sz="3600"/>
          </a:p>
        </p:txBody>
      </p:sp>
      <p:sp>
        <p:nvSpPr>
          <p:cNvPr id="10" name="文本框 9"/>
          <p:cNvSpPr txBox="1"/>
          <p:nvPr/>
        </p:nvSpPr>
        <p:spPr>
          <a:xfrm>
            <a:off x="10363200" y="4533900"/>
            <a:ext cx="21856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turtle</a:t>
            </a:r>
            <a:endParaRPr lang="en-US" altLang="zh-CN" sz="3600"/>
          </a:p>
        </p:txBody>
      </p:sp>
      <p:sp>
        <p:nvSpPr>
          <p:cNvPr id="11" name="文本框 10"/>
          <p:cNvSpPr txBox="1"/>
          <p:nvPr/>
        </p:nvSpPr>
        <p:spPr>
          <a:xfrm>
            <a:off x="13411200" y="4533900"/>
            <a:ext cx="16611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ball</a:t>
            </a:r>
            <a:endParaRPr lang="en-US" altLang="zh-CN" sz="3200"/>
          </a:p>
        </p:txBody>
      </p:sp>
      <p:sp>
        <p:nvSpPr>
          <p:cNvPr id="12" name="文本框 11"/>
          <p:cNvSpPr txBox="1"/>
          <p:nvPr/>
        </p:nvSpPr>
        <p:spPr>
          <a:xfrm>
            <a:off x="5888355" y="7962900"/>
            <a:ext cx="1219200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0">
                <a:latin typeface="+mj-ea"/>
                <a:ea typeface="+mj-ea"/>
                <a:sym typeface="+mn-ea"/>
              </a:rPr>
              <a:t>Click on the colored buttons to start getting to know </a:t>
            </a:r>
            <a:r>
              <a:rPr lang="en-US" altLang="zh-CN" sz="8000">
                <a:latin typeface="+mj-ea"/>
                <a:ea typeface="+mj-ea"/>
                <a:sym typeface="+mn-ea"/>
              </a:rPr>
              <a:t>them!</a:t>
            </a:r>
            <a:endParaRPr lang="en-US" altLang="zh-CN" sz="8000"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WPS 演示</Application>
  <PresentationFormat>On-screen Show (4:3)</PresentationFormat>
  <Paragraphs>26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Linda.璽</cp:lastModifiedBy>
  <cp:revision>7</cp:revision>
  <dcterms:created xsi:type="dcterms:W3CDTF">2006-08-16T00:00:00Z</dcterms:created>
  <dcterms:modified xsi:type="dcterms:W3CDTF">2025-04-17T03:33:31Z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B339B7788D7C410B9FD25617EE709216_12</vt:lpwstr>
  </property>
  <property fmtid="{D5CDD505-2E9C-101B-9397-08002B2CF9AE}" pid="3" name="KSOProductBuildVer">
    <vt:lpwstr>2052-12.1.0.20784</vt:lpwstr>
  </property>
</Properties>
</file>