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</p:sldIdLst>
  <p:sldSz cx="6858000" cy="9906000" type="A4"/>
  <p:notesSz cx="6858000" cy="9144000"/>
  <p:custDataLst>
    <p:tags r:id="rId1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14D8814-8B60-4DA2-8607-E8DDD125D1D5}">
          <p14:sldIdLst>
            <p14:sldId id="256"/>
            <p14:sldId id="265"/>
          </p14:sldIdLst>
        </p14:section>
        <p14:section name="无标题节" id="{EB658C21-D6A5-4FBA-9AAE-8CDD53C4D47D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24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E8A19-3A08-4DDC-B23D-D784B3F82DF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D78034-1FF3-43C8-9343-96F37BFCA7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7060" y="236577"/>
            <a:ext cx="4403879" cy="1264052"/>
          </a:xfrm>
        </p:spPr>
        <p:txBody>
          <a:bodyPr>
            <a:normAutofit/>
          </a:bodyPr>
          <a:lstStyle/>
          <a:p>
            <a:r>
              <a:rPr lang="en-US" altLang="zh-CN" sz="8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Rabbits</a:t>
            </a:r>
            <a:endParaRPr lang="zh-CN" altLang="en-US" sz="8000" b="1" dirty="0">
              <a:latin typeface="Cambria Math" panose="020405030504060302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413" y="1970843"/>
            <a:ext cx="5815465" cy="7698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星形: 五角 3">
            <a:hlinkClick r:id="rId1" action="ppaction://hlinksldjump"/>
          </p:cNvPr>
          <p:cNvSpPr/>
          <p:nvPr/>
        </p:nvSpPr>
        <p:spPr>
          <a:xfrm>
            <a:off x="914400" y="1294867"/>
            <a:ext cx="914400" cy="914400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03554" y="563837"/>
            <a:ext cx="2432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Big</a:t>
            </a:r>
            <a:endParaRPr lang="en-US" altLang="zh-CN" sz="2800" b="1" dirty="0">
              <a:solidFill>
                <a:schemeClr val="accent1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6" name="星形: 五角 5">
            <a:hlinkClick r:id="rId2" action="ppaction://hlinksldjump"/>
          </p:cNvPr>
          <p:cNvSpPr/>
          <p:nvPr/>
        </p:nvSpPr>
        <p:spPr>
          <a:xfrm>
            <a:off x="4675632" y="1277037"/>
            <a:ext cx="914400" cy="914400"/>
          </a:xfrm>
          <a:prstGeom prst="star5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609339" y="558227"/>
            <a:ext cx="11689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3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Small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8" name="星形: 五角 7">
            <a:hlinkClick r:id="rId3" action="ppaction://hlinksldjump"/>
          </p:cNvPr>
          <p:cNvSpPr/>
          <p:nvPr/>
        </p:nvSpPr>
        <p:spPr>
          <a:xfrm>
            <a:off x="914400" y="3444899"/>
            <a:ext cx="914400" cy="914400"/>
          </a:xfrm>
          <a:prstGeom prst="star5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00100" y="2764421"/>
            <a:ext cx="1143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6">
                    <a:lumMod val="5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Black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50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0" name="星形: 五角 9">
            <a:hlinkClick r:id="rId4" action="ppaction://hlinksldjump"/>
          </p:cNvPr>
          <p:cNvSpPr/>
          <p:nvPr/>
        </p:nvSpPr>
        <p:spPr>
          <a:xfrm>
            <a:off x="4669536" y="3504196"/>
            <a:ext cx="914400" cy="914400"/>
          </a:xfrm>
          <a:prstGeom prst="star5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800600" y="2764421"/>
            <a:ext cx="342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accent5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White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accent5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2" name="星形: 五角 11">
            <a:hlinkClick r:id="rId5" action="ppaction://hlinksldjump"/>
          </p:cNvPr>
          <p:cNvSpPr/>
          <p:nvPr/>
        </p:nvSpPr>
        <p:spPr>
          <a:xfrm>
            <a:off x="914400" y="5533382"/>
            <a:ext cx="914400" cy="914400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00100" y="4778770"/>
            <a:ext cx="118491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Fluffy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4" name="星形: 五角 13">
            <a:hlinkClick r:id="rId6" action="ppaction://hlinksldjump"/>
          </p:cNvPr>
          <p:cNvSpPr/>
          <p:nvPr/>
        </p:nvSpPr>
        <p:spPr>
          <a:xfrm>
            <a:off x="4669536" y="5533382"/>
            <a:ext cx="914400" cy="914400"/>
          </a:xfrm>
          <a:prstGeom prst="star5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669536" y="4850403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7030A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Tall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6" name="星形: 五角 15">
            <a:hlinkClick r:id="rId7" action="ppaction://hlinksldjump"/>
          </p:cNvPr>
          <p:cNvSpPr/>
          <p:nvPr/>
        </p:nvSpPr>
        <p:spPr>
          <a:xfrm>
            <a:off x="914400" y="7386622"/>
            <a:ext cx="914400" cy="914400"/>
          </a:xfrm>
          <a:prstGeom prst="star5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800100" y="6767901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rgbClr val="92D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Short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+mn-cs"/>
            </a:endParaRPr>
          </a:p>
        </p:txBody>
      </p:sp>
      <p:sp>
        <p:nvSpPr>
          <p:cNvPr id="18" name="星形: 五角 17">
            <a:hlinkClick r:id="rId8" action="ppaction://hlinksldjump"/>
          </p:cNvPr>
          <p:cNvSpPr/>
          <p:nvPr/>
        </p:nvSpPr>
        <p:spPr>
          <a:xfrm>
            <a:off x="4678682" y="7339172"/>
            <a:ext cx="914400" cy="914400"/>
          </a:xfrm>
          <a:prstGeom prst="star5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4680208" y="6765181"/>
            <a:ext cx="43936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Fast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515710" y="2547358"/>
            <a:ext cx="21705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Click on the colored stars to start getting </a:t>
            </a:r>
            <a:b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</a:b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Cambria Math" panose="02040503050406030204" pitchFamily="18" charset="0"/>
                <a:cs typeface="Calibri Light" panose="020F0302020204030204"/>
                <a:sym typeface="+mn-ea"/>
              </a:rPr>
              <a:t>to know them!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7" y="8876896"/>
            <a:ext cx="5991456" cy="1003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big.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61" y="0"/>
            <a:ext cx="6478678" cy="835019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744" y="8930935"/>
            <a:ext cx="6386512" cy="10921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small.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46" y="0"/>
            <a:ext cx="6755907" cy="8267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744" y="9007738"/>
            <a:ext cx="6386512" cy="914622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black.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133166"/>
            <a:ext cx="6515460" cy="852256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075" y="9062085"/>
            <a:ext cx="6765925" cy="843915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white.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44" y="0"/>
            <a:ext cx="6507332" cy="868416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5744" y="8851037"/>
            <a:ext cx="6386512" cy="1385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fluffy.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360" y="79899"/>
            <a:ext cx="6119280" cy="830949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1387" y="9126243"/>
            <a:ext cx="6062477" cy="887989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tall.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77" y="0"/>
            <a:ext cx="6278022" cy="839827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014" y="8913179"/>
            <a:ext cx="6461972" cy="11010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short.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503" y="195309"/>
            <a:ext cx="6001786" cy="8296834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1487" y="8922057"/>
            <a:ext cx="5915025" cy="1154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6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This rabbit is fast.</a:t>
            </a:r>
            <a:endParaRPr lang="zh-CN" altLang="en-US" sz="6000" b="1" dirty="0">
              <a:latin typeface="Cambria Math" panose="020405030504060302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438" y="0"/>
            <a:ext cx="6249698" cy="85758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37176" y="8292121"/>
            <a:ext cx="20208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C000"/>
                </a:solidFill>
                <a:highlight>
                  <a:srgbClr val="FFFF00"/>
                </a:highlight>
                <a:latin typeface="Cambria Math" panose="02040503050406030204" pitchFamily="18" charset="0"/>
                <a:ea typeface="Cambria Math" panose="02040503050406030204" pitchFamily="18" charset="0"/>
                <a:hlinkClick r:id="rId2" action="ppaction://hlinksldjump"/>
              </a:rPr>
              <a:t>RETURN</a:t>
            </a:r>
            <a:endParaRPr lang="en-US" altLang="zh-CN" sz="3200" b="1" dirty="0">
              <a:solidFill>
                <a:srgbClr val="FFC000"/>
              </a:solidFill>
              <a:highlight>
                <a:srgbClr val="FFFF00"/>
              </a:highlight>
              <a:latin typeface="Cambria Math" panose="02040503050406030204" pitchFamily="18" charset="0"/>
              <a:ea typeface="Cambria Math" panose="02040503050406030204" pitchFamily="18" charset="0"/>
              <a:hlinkClick r:id="rId2" action="ppaction://hlinksldjump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2ZhM2IyYWQ1YTJkNDNkYjA5MWNiZTAzOGU1NTkwMmE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315</Words>
  <Application>WPS 演示</Application>
  <PresentationFormat>A4 纸张(210x297 毫米)</PresentationFormat>
  <Paragraphs>52</Paragraphs>
  <Slides>10</Slides>
  <Notes>0</Notes>
  <HiddenSlides>8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Cambria Math</vt:lpstr>
      <vt:lpstr>Calibri Light</vt:lpstr>
      <vt:lpstr>等线</vt:lpstr>
      <vt:lpstr>Calibri</vt:lpstr>
      <vt:lpstr>微软雅黑</vt:lpstr>
      <vt:lpstr>Office 主题​​</vt:lpstr>
      <vt:lpstr>Rabbits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进贤 崔</dc:creator>
  <cp:lastModifiedBy>Linda.璽</cp:lastModifiedBy>
  <cp:revision>5</cp:revision>
  <dcterms:created xsi:type="dcterms:W3CDTF">2025-04-02T12:20:00Z</dcterms:created>
  <dcterms:modified xsi:type="dcterms:W3CDTF">2025-04-13T01:38:31Z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AB699490902A4E1DA16E9C8C8F6D6B56_13</vt:lpwstr>
  </property>
  <property fmtid="{D5CDD505-2E9C-101B-9397-08002B2CF9AE}" pid="3" name="KSOProductBuildVer">
    <vt:lpwstr>2052-12.1.0.20784</vt:lpwstr>
  </property>
</Properties>
</file>