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5544255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12210" y="586795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slide" Target="slide7.xml"/><Relationship Id="rId7" Type="http://schemas.openxmlformats.org/officeDocument/2006/relationships/slide" Target="slide8.xml"/><Relationship Id="rId6" Type="http://schemas.openxmlformats.org/officeDocument/2006/relationships/slide" Target="slide9.xml"/><Relationship Id="rId5" Type="http://schemas.openxmlformats.org/officeDocument/2006/relationships/slide" Target="slide10.xml"/><Relationship Id="rId4" Type="http://schemas.openxmlformats.org/officeDocument/2006/relationships/slide" Target="slide6.xml"/><Relationship Id="rId3" Type="http://schemas.openxmlformats.org/officeDocument/2006/relationships/slide" Target="slide5.xml"/><Relationship Id="rId2" Type="http://schemas.openxmlformats.org/officeDocument/2006/relationships/slide" Target="slide4.xml"/><Relationship Id="rId10" Type="http://schemas.openxmlformats.org/officeDocument/2006/relationships/slideLayout" Target="../slideLayouts/slideLayout7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slide" Target="slide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66.xml"/><Relationship Id="rId2" Type="http://schemas.openxmlformats.org/officeDocument/2006/relationships/slide" Target="slide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67.xml"/><Relationship Id="rId2" Type="http://schemas.openxmlformats.org/officeDocument/2006/relationships/slide" Target="slide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68.xml"/><Relationship Id="rId2" Type="http://schemas.openxmlformats.org/officeDocument/2006/relationships/slide" Target="slide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69.xml"/><Relationship Id="rId2" Type="http://schemas.openxmlformats.org/officeDocument/2006/relationships/slide" Target="slide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0.xml"/><Relationship Id="rId2" Type="http://schemas.openxmlformats.org/officeDocument/2006/relationships/slide" Target="slide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1.xml"/><Relationship Id="rId2" Type="http://schemas.openxmlformats.org/officeDocument/2006/relationships/slide" Target="slide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2.xml"/><Relationship Id="rId2" Type="http://schemas.openxmlformats.org/officeDocument/2006/relationships/slide" Target="slide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屏幕截图 2025-04-12 1422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900" y="0"/>
            <a:ext cx="1048956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199390" y="0"/>
            <a:ext cx="11907520" cy="1543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400">
                <a:latin typeface="+mj-ea"/>
                <a:ea typeface="+mj-ea"/>
              </a:rPr>
              <a:t>Click on the colored buttons to start getting to know them!</a:t>
            </a:r>
            <a:endParaRPr lang="en-US" altLang="zh-CN" sz="4400">
              <a:latin typeface="+mj-ea"/>
              <a:ea typeface="+mj-ea"/>
            </a:endParaRPr>
          </a:p>
        </p:txBody>
      </p:sp>
      <p:sp>
        <p:nvSpPr>
          <p:cNvPr id="2" name="椭圆 1">
            <a:hlinkClick r:id="rId1" action="ppaction://hlinksldjump"/>
          </p:cNvPr>
          <p:cNvSpPr/>
          <p:nvPr/>
        </p:nvSpPr>
        <p:spPr>
          <a:xfrm>
            <a:off x="1296670" y="3277870"/>
            <a:ext cx="548005" cy="56705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71880" y="2482850"/>
            <a:ext cx="14808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lion</a:t>
            </a:r>
            <a:endParaRPr lang="en-US" altLang="zh-CN" sz="3600"/>
          </a:p>
        </p:txBody>
      </p:sp>
      <p:sp>
        <p:nvSpPr>
          <p:cNvPr id="4" name="文本框 3"/>
          <p:cNvSpPr txBox="1"/>
          <p:nvPr/>
        </p:nvSpPr>
        <p:spPr>
          <a:xfrm>
            <a:off x="2969895" y="2621915"/>
            <a:ext cx="23590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elephant</a:t>
            </a:r>
            <a:endParaRPr lang="en-US" altLang="zh-CN" sz="3600"/>
          </a:p>
        </p:txBody>
      </p:sp>
      <p:sp>
        <p:nvSpPr>
          <p:cNvPr id="5" name="文本框 4"/>
          <p:cNvSpPr txBox="1"/>
          <p:nvPr/>
        </p:nvSpPr>
        <p:spPr>
          <a:xfrm>
            <a:off x="5913120" y="2632710"/>
            <a:ext cx="1764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giraffe</a:t>
            </a:r>
            <a:endParaRPr lang="en-US" altLang="zh-CN" sz="3600"/>
          </a:p>
        </p:txBody>
      </p:sp>
      <p:sp>
        <p:nvSpPr>
          <p:cNvPr id="6" name="文本框 5"/>
          <p:cNvSpPr txBox="1"/>
          <p:nvPr/>
        </p:nvSpPr>
        <p:spPr>
          <a:xfrm>
            <a:off x="8782050" y="2621915"/>
            <a:ext cx="1940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zebra</a:t>
            </a:r>
            <a:endParaRPr lang="en-US" altLang="zh-CN" sz="3600"/>
          </a:p>
        </p:txBody>
      </p:sp>
      <p:sp>
        <p:nvSpPr>
          <p:cNvPr id="7" name="文本框 6"/>
          <p:cNvSpPr txBox="1"/>
          <p:nvPr/>
        </p:nvSpPr>
        <p:spPr>
          <a:xfrm>
            <a:off x="829945" y="4292600"/>
            <a:ext cx="14808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bear</a:t>
            </a:r>
            <a:endParaRPr lang="en-US" altLang="zh-CN" sz="3600"/>
          </a:p>
        </p:txBody>
      </p:sp>
      <p:sp>
        <p:nvSpPr>
          <p:cNvPr id="8" name="文本框 7"/>
          <p:cNvSpPr txBox="1"/>
          <p:nvPr/>
        </p:nvSpPr>
        <p:spPr>
          <a:xfrm>
            <a:off x="2969895" y="4419600"/>
            <a:ext cx="14808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ape</a:t>
            </a:r>
            <a:endParaRPr lang="en-US" altLang="zh-CN" sz="3600"/>
          </a:p>
        </p:txBody>
      </p:sp>
      <p:sp>
        <p:nvSpPr>
          <p:cNvPr id="9" name="文本框 8"/>
          <p:cNvSpPr txBox="1"/>
          <p:nvPr/>
        </p:nvSpPr>
        <p:spPr>
          <a:xfrm>
            <a:off x="5498465" y="4366895"/>
            <a:ext cx="24053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kangaroo</a:t>
            </a:r>
            <a:endParaRPr lang="en-US" altLang="zh-CN" sz="3600"/>
          </a:p>
        </p:txBody>
      </p:sp>
      <p:sp>
        <p:nvSpPr>
          <p:cNvPr id="10" name="文本框 9"/>
          <p:cNvSpPr txBox="1"/>
          <p:nvPr/>
        </p:nvSpPr>
        <p:spPr>
          <a:xfrm>
            <a:off x="8661400" y="4419600"/>
            <a:ext cx="2400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dolphin</a:t>
            </a:r>
            <a:endParaRPr lang="en-US" altLang="zh-CN" sz="3600"/>
          </a:p>
        </p:txBody>
      </p:sp>
      <p:sp>
        <p:nvSpPr>
          <p:cNvPr id="11" name="椭圆 10">
            <a:hlinkClick r:id="rId2" action="ppaction://hlinksldjump"/>
          </p:cNvPr>
          <p:cNvSpPr/>
          <p:nvPr/>
        </p:nvSpPr>
        <p:spPr>
          <a:xfrm>
            <a:off x="3707765" y="3404870"/>
            <a:ext cx="548005" cy="5670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>
            <a:hlinkClick r:id="rId3" action="ppaction://hlinksldjump"/>
          </p:cNvPr>
          <p:cNvSpPr/>
          <p:nvPr/>
        </p:nvSpPr>
        <p:spPr>
          <a:xfrm>
            <a:off x="6521450" y="3538855"/>
            <a:ext cx="548005" cy="56705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>
            <a:hlinkClick r:id="rId4" action="ppaction://hlinksldjump"/>
          </p:cNvPr>
          <p:cNvSpPr/>
          <p:nvPr/>
        </p:nvSpPr>
        <p:spPr>
          <a:xfrm>
            <a:off x="9335135" y="3530600"/>
            <a:ext cx="548005" cy="56705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>
            <a:hlinkClick r:id="rId5" action="ppaction://hlinksldjump"/>
          </p:cNvPr>
          <p:cNvSpPr/>
          <p:nvPr/>
        </p:nvSpPr>
        <p:spPr>
          <a:xfrm>
            <a:off x="9587865" y="5064760"/>
            <a:ext cx="548005" cy="5670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>
            <a:hlinkClick r:id="rId6" action="ppaction://hlinksldjump"/>
          </p:cNvPr>
          <p:cNvSpPr/>
          <p:nvPr/>
        </p:nvSpPr>
        <p:spPr>
          <a:xfrm>
            <a:off x="6521450" y="5273040"/>
            <a:ext cx="548005" cy="56705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>
            <a:hlinkClick r:id="rId7" action="ppaction://hlinksldjump"/>
          </p:cNvPr>
          <p:cNvSpPr/>
          <p:nvPr/>
        </p:nvSpPr>
        <p:spPr>
          <a:xfrm>
            <a:off x="3418205" y="5400040"/>
            <a:ext cx="548005" cy="56705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>
            <a:hlinkClick r:id="rId8" action="ppaction://hlinksldjump"/>
          </p:cNvPr>
          <p:cNvSpPr/>
          <p:nvPr/>
        </p:nvSpPr>
        <p:spPr>
          <a:xfrm>
            <a:off x="1296670" y="5273040"/>
            <a:ext cx="548005" cy="56705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6" name="图片 5" descr="屏幕截图 2025-04-12 1422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0510"/>
            <a:ext cx="12192000" cy="631634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5320" y="5643880"/>
            <a:ext cx="5875020" cy="7067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 sz="4000"/>
              <a:t>Mom and I are lions.</a:t>
            </a:r>
            <a:endParaRPr lang="en-US" altLang="zh-CN" sz="4000"/>
          </a:p>
        </p:txBody>
      </p:sp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9925685" y="570547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屏幕截图 2025-04-12 1422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8130"/>
            <a:ext cx="12192000" cy="630110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5320" y="5643880"/>
            <a:ext cx="5875020" cy="7067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 sz="4000"/>
              <a:t>Mom and I are elephants.</a:t>
            </a:r>
            <a:endParaRPr lang="en-US" altLang="zh-CN" sz="4000"/>
          </a:p>
        </p:txBody>
      </p:sp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9925685" y="570547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屏幕截图 2025-04-12 1422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0515"/>
            <a:ext cx="12192000" cy="62369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5320" y="5643880"/>
            <a:ext cx="5875020" cy="7067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 sz="4000"/>
              <a:t>Mom and I are giraffes.</a:t>
            </a:r>
            <a:endParaRPr lang="en-US" altLang="zh-CN" sz="4000"/>
          </a:p>
        </p:txBody>
      </p:sp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9925685" y="570547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屏幕截图 2025-04-12 1422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02895"/>
            <a:ext cx="12192000" cy="62515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5320" y="5643880"/>
            <a:ext cx="5875020" cy="7067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 sz="4000"/>
              <a:t>Mom and I are zebras.</a:t>
            </a:r>
            <a:endParaRPr lang="en-US" altLang="zh-CN" sz="4000"/>
          </a:p>
        </p:txBody>
      </p:sp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9925685" y="570547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屏幕截图 2025-04-12 1422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09880"/>
            <a:ext cx="12192000" cy="62382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5320" y="5643880"/>
            <a:ext cx="5875020" cy="7067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 sz="4000"/>
              <a:t>Mom and I are bears.</a:t>
            </a:r>
            <a:endParaRPr lang="en-US" altLang="zh-CN" sz="4000"/>
          </a:p>
        </p:txBody>
      </p:sp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9925685" y="570547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屏幕截图 2025-04-12 1422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3850"/>
            <a:ext cx="12192000" cy="62103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5320" y="5643880"/>
            <a:ext cx="5875020" cy="7067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 sz="4000"/>
              <a:t>Mom and I are apes.</a:t>
            </a:r>
            <a:endParaRPr lang="en-US" altLang="zh-CN" sz="4000"/>
          </a:p>
        </p:txBody>
      </p:sp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9925685" y="570547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屏幕截图 2025-04-12 1422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2250"/>
            <a:ext cx="12192000" cy="64135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5320" y="5643880"/>
            <a:ext cx="6320155" cy="7067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 sz="4000"/>
              <a:t>Mom and I are kangaroos.</a:t>
            </a:r>
            <a:endParaRPr lang="en-US" altLang="zh-CN" sz="4000"/>
          </a:p>
        </p:txBody>
      </p:sp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9925685" y="570547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屏幕截图 2025-04-12 142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1945"/>
            <a:ext cx="12192000" cy="62134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5320" y="5643880"/>
            <a:ext cx="5875020" cy="7067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 sz="4000"/>
              <a:t>Mom and I are dolphins.</a:t>
            </a:r>
            <a:endParaRPr lang="en-US" altLang="zh-CN" sz="4000"/>
          </a:p>
        </p:txBody>
      </p:sp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9925685" y="570547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</Words>
  <Application>WPS 演示</Application>
  <PresentationFormat>宽屏</PresentationFormat>
  <Paragraphs>50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Linda.璽</cp:lastModifiedBy>
  <cp:revision>157</cp:revision>
  <dcterms:created xsi:type="dcterms:W3CDTF">2019-06-19T02:08:00Z</dcterms:created>
  <dcterms:modified xsi:type="dcterms:W3CDTF">2025-04-13T01:38:29Z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325F4293F59D4F0E9772C61FB05B06B6_11</vt:lpwstr>
  </property>
</Properties>
</file>