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7559675" cy="10691495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.xml"/><Relationship Id="rId7" Type="http://schemas.openxmlformats.org/officeDocument/2006/relationships/slide" Target="slide5.xml"/><Relationship Id="rId6" Type="http://schemas.openxmlformats.org/officeDocument/2006/relationships/slide" Target="slide4.xml"/><Relationship Id="rId5" Type="http://schemas.openxmlformats.org/officeDocument/2006/relationships/slide" Target="slide7.xml"/><Relationship Id="rId4" Type="http://schemas.openxmlformats.org/officeDocument/2006/relationships/slide" Target="slide9.xml"/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l="-23" t="19955" r="23" b="34434"/>
          <a:stretch>
            <a:fillRect/>
          </a:stretch>
        </p:blipFill>
        <p:spPr bwMode="auto">
          <a:xfrm>
            <a:off x="306705" y="2755265"/>
            <a:ext cx="6946900" cy="487680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731520" y="1002665"/>
            <a:ext cx="61328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b="1"/>
              <a:t>In and Out</a:t>
            </a:r>
            <a:endParaRPr lang="en-US" altLang="zh-CN" sz="8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3676" b="15079"/>
          <a:stretch>
            <a:fillRect/>
          </a:stretch>
        </p:blipFill>
        <p:spPr bwMode="auto">
          <a:xfrm>
            <a:off x="304800" y="393065"/>
            <a:ext cx="6946900" cy="86868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14366"/>
          <a:stretch>
            <a:fillRect/>
          </a:stretch>
        </p:blipFill>
        <p:spPr bwMode="auto">
          <a:xfrm>
            <a:off x="304800" y="621665"/>
            <a:ext cx="6946900" cy="85344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15079"/>
          <a:stretch>
            <a:fillRect/>
          </a:stretch>
        </p:blipFill>
        <p:spPr bwMode="auto">
          <a:xfrm>
            <a:off x="304800" y="621665"/>
            <a:ext cx="6946900" cy="84582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15079"/>
          <a:stretch>
            <a:fillRect/>
          </a:stretch>
        </p:blipFill>
        <p:spPr bwMode="auto">
          <a:xfrm>
            <a:off x="304800" y="621665"/>
            <a:ext cx="6946900" cy="84582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15792"/>
          <a:stretch>
            <a:fillRect/>
          </a:stretch>
        </p:blipFill>
        <p:spPr bwMode="auto">
          <a:xfrm>
            <a:off x="304800" y="621665"/>
            <a:ext cx="6946900" cy="83820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102" b="15079"/>
          <a:stretch>
            <a:fillRect/>
          </a:stretch>
        </p:blipFill>
        <p:spPr bwMode="auto">
          <a:xfrm>
            <a:off x="304800" y="545465"/>
            <a:ext cx="6946900" cy="85344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4389" b="14361"/>
          <a:stretch>
            <a:fillRect/>
          </a:stretch>
        </p:blipFill>
        <p:spPr bwMode="auto">
          <a:xfrm>
            <a:off x="304800" y="469265"/>
            <a:ext cx="6946900" cy="86868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4173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13654"/>
          <a:stretch>
            <a:fillRect/>
          </a:stretch>
        </p:blipFill>
        <p:spPr bwMode="auto">
          <a:xfrm>
            <a:off x="304800" y="621665"/>
            <a:ext cx="6946900" cy="8610600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1645920" y="8241665"/>
            <a:ext cx="38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380365" y="8256270"/>
            <a:ext cx="6315075" cy="164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>
                <a:latin typeface="+mj-ea"/>
                <a:ea typeface="+mj-ea"/>
              </a:rPr>
              <a:t>Click on the colored buttons to start getting to know the them!</a:t>
            </a:r>
            <a:endParaRPr lang="en-US" altLang="zh-CN" sz="40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2117432" y="2415115"/>
            <a:ext cx="591611" cy="612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6" name="椭圆 15">
            <a:hlinkClick r:id="rId2" action="ppaction://hlinksldjump"/>
          </p:cNvPr>
          <p:cNvSpPr/>
          <p:nvPr/>
        </p:nvSpPr>
        <p:spPr>
          <a:xfrm>
            <a:off x="4990480" y="2531655"/>
            <a:ext cx="591611" cy="6121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7" name="椭圆 16">
            <a:hlinkClick r:id="rId3" action="ppaction://hlinksldjump"/>
          </p:cNvPr>
          <p:cNvSpPr/>
          <p:nvPr/>
        </p:nvSpPr>
        <p:spPr>
          <a:xfrm>
            <a:off x="5859730" y="5220981"/>
            <a:ext cx="591611" cy="6121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9" name="椭圆 18">
            <a:hlinkClick r:id="rId4" action="ppaction://hlinksldjump"/>
          </p:cNvPr>
          <p:cNvSpPr/>
          <p:nvPr/>
        </p:nvSpPr>
        <p:spPr>
          <a:xfrm>
            <a:off x="4990480" y="7454432"/>
            <a:ext cx="591611" cy="6121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0" name="椭圆 19">
            <a:hlinkClick r:id="rId5" action="ppaction://hlinksldjump"/>
          </p:cNvPr>
          <p:cNvSpPr/>
          <p:nvPr/>
        </p:nvSpPr>
        <p:spPr>
          <a:xfrm>
            <a:off x="2180501" y="7238490"/>
            <a:ext cx="591611" cy="61217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1" name="椭圆 20">
            <a:hlinkClick r:id="rId6" action="ppaction://hlinksldjump"/>
          </p:cNvPr>
          <p:cNvSpPr/>
          <p:nvPr/>
        </p:nvSpPr>
        <p:spPr>
          <a:xfrm>
            <a:off x="1320163" y="5077706"/>
            <a:ext cx="591611" cy="6121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2" name="椭圆 21">
            <a:hlinkClick r:id="rId7" action="ppaction://hlinksldjump"/>
          </p:cNvPr>
          <p:cNvSpPr/>
          <p:nvPr/>
        </p:nvSpPr>
        <p:spPr>
          <a:xfrm>
            <a:off x="3575550" y="4769218"/>
            <a:ext cx="591611" cy="61217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3" name="文本框 2"/>
          <p:cNvSpPr txBox="1"/>
          <p:nvPr/>
        </p:nvSpPr>
        <p:spPr>
          <a:xfrm>
            <a:off x="1417318" y="1626346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4874CB"/>
                </a:solidFill>
                <a:latin typeface="+mj-ea"/>
                <a:ea typeface="+mj-ea"/>
              </a:rPr>
              <a:t>dogs go in</a:t>
            </a:r>
            <a:endParaRPr lang="en-US" altLang="zh-CN" sz="3200">
              <a:solidFill>
                <a:srgbClr val="4874CB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150" y="1611630"/>
            <a:ext cx="237998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rgbClr val="4874CB"/>
                </a:solidFill>
                <a:latin typeface="+mj-ea"/>
                <a:ea typeface="+mj-ea"/>
                <a:sym typeface="+mn-ea"/>
              </a:rPr>
              <a:t>dogs go out</a:t>
            </a:r>
            <a:endParaRPr lang="en-US" altLang="zh-CN" sz="2800">
              <a:solidFill>
                <a:srgbClr val="4874CB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0304" y="4024049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E54C5E"/>
                </a:solidFill>
                <a:latin typeface="+mj-ea"/>
                <a:ea typeface="+mj-ea"/>
              </a:rPr>
              <a:t>cats go in</a:t>
            </a:r>
            <a:endParaRPr lang="en-US" altLang="zh-CN" sz="3200">
              <a:solidFill>
                <a:srgbClr val="E54C5E"/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4890" y="4050274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rgbClr val="FED961"/>
                </a:solidFill>
                <a:latin typeface="+mj-ea"/>
                <a:ea typeface="+mj-ea"/>
              </a:rPr>
              <a:t>cats go out</a:t>
            </a:r>
            <a:endParaRPr lang="en-US" altLang="zh-CN" sz="2800">
              <a:solidFill>
                <a:srgbClr val="FED96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91340" y="4257129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75BD42"/>
                </a:solidFill>
                <a:latin typeface="+mj-ea"/>
                <a:ea typeface="+mj-ea"/>
              </a:rPr>
              <a:t>cows go in</a:t>
            </a:r>
            <a:endParaRPr lang="en-US" altLang="zh-CN" sz="3200">
              <a:solidFill>
                <a:srgbClr val="75BD4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94441" y="6421668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rgbClr val="7DDFD7"/>
                </a:solidFill>
                <a:latin typeface="+mj-ea"/>
                <a:ea typeface="+mj-ea"/>
              </a:rPr>
              <a:t>cows go out</a:t>
            </a:r>
            <a:endParaRPr lang="en-US" altLang="zh-CN" sz="2800">
              <a:solidFill>
                <a:srgbClr val="7DDFD7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94211" y="6602035"/>
            <a:ext cx="2792156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400">
                <a:solidFill>
                  <a:srgbClr val="F2BA02"/>
                </a:solidFill>
                <a:latin typeface="+mj-ea"/>
                <a:ea typeface="+mj-ea"/>
              </a:rPr>
              <a:t>mud</a:t>
            </a:r>
            <a:endParaRPr lang="en-US" altLang="zh-CN" sz="4400">
              <a:solidFill>
                <a:srgbClr val="F2BA02"/>
              </a:solidFill>
              <a:latin typeface="+mj-ea"/>
              <a:ea typeface="+mj-ea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WPS 演示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9</cp:revision>
  <dcterms:created xsi:type="dcterms:W3CDTF">2006-08-16T00:00:00Z</dcterms:created>
  <dcterms:modified xsi:type="dcterms:W3CDTF">2025-04-13T01:41:18Z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BF9E64EAF02C45F2ABD7A7317FFA953A_12</vt:lpwstr>
  </property>
  <property fmtid="{D5CDD505-2E9C-101B-9397-08002B2CF9AE}" pid="3" name="KSOProductBuildVer">
    <vt:lpwstr>2052-12.1.0.20784</vt:lpwstr>
  </property>
</Properties>
</file>