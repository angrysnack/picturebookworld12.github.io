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5773400" cy="2438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1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1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1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1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1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0.xml"/><Relationship Id="rId6" Type="http://schemas.openxmlformats.org/officeDocument/2006/relationships/slide" Target="slide8.xml"/><Relationship Id="rId5" Type="http://schemas.openxmlformats.org/officeDocument/2006/relationships/slide" Target="slide3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692400" y="3238500"/>
            <a:ext cx="546100" cy="469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578100" y="1536700"/>
            <a:ext cx="609600" cy="4318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198100" y="20815300"/>
            <a:ext cx="571500" cy="4953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49100" y="22021800"/>
            <a:ext cx="33591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954000" y="20891500"/>
            <a:ext cx="520700" cy="469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49100" y="22098000"/>
            <a:ext cx="33591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994900" y="20840700"/>
            <a:ext cx="558800" cy="469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49100" y="22098000"/>
            <a:ext cx="33591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890500" y="20891500"/>
            <a:ext cx="533400" cy="4953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49100" y="22098000"/>
            <a:ext cx="33591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464800" y="20789900"/>
            <a:ext cx="584200" cy="4572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49100" y="22098000"/>
            <a:ext cx="33591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169900" y="20929600"/>
            <a:ext cx="546100" cy="4572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49100" y="22098000"/>
            <a:ext cx="33591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795000" y="20815300"/>
            <a:ext cx="558800" cy="469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49100" y="22098000"/>
            <a:ext cx="33591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423900" y="20929600"/>
            <a:ext cx="495300" cy="4318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49100" y="22098000"/>
            <a:ext cx="33591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2230120" cy="1143000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 flipV="1">
            <a:off x="457200" y="655320"/>
            <a:ext cx="2687955" cy="944880"/>
          </a:xfrm>
        </p:spPr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381500" y="15697200"/>
            <a:ext cx="7886700" cy="6247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8000">
                <a:latin typeface="+mj-ea"/>
                <a:ea typeface="+mj-ea"/>
                <a:sym typeface="+mn-ea"/>
              </a:rPr>
              <a:t>Click on the colored buttons to start getting to know the </a:t>
            </a:r>
            <a:r>
              <a:rPr lang="en-US" altLang="zh-CN" sz="8000">
                <a:latin typeface="+mj-ea"/>
                <a:ea typeface="+mj-ea"/>
                <a:sym typeface="+mn-ea"/>
              </a:rPr>
              <a:t>them!</a:t>
            </a:r>
            <a:endParaRPr lang="en-US" altLang="zh-CN" sz="8000">
              <a:latin typeface="+mj-ea"/>
              <a:ea typeface="+mj-ea"/>
              <a:sym typeface="+mn-ea"/>
            </a:endParaRPr>
          </a:p>
        </p:txBody>
      </p:sp>
      <p:sp>
        <p:nvSpPr>
          <p:cNvPr id="5" name="椭圆 4">
            <a:hlinkClick r:id="rId1" action="ppaction://hlinksldjump"/>
          </p:cNvPr>
          <p:cNvSpPr/>
          <p:nvPr/>
        </p:nvSpPr>
        <p:spPr>
          <a:xfrm>
            <a:off x="3086100" y="7467600"/>
            <a:ext cx="1586230" cy="166624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2" action="ppaction://hlinksldjump"/>
          </p:cNvPr>
          <p:cNvSpPr/>
          <p:nvPr/>
        </p:nvSpPr>
        <p:spPr>
          <a:xfrm>
            <a:off x="5753100" y="2895600"/>
            <a:ext cx="1586230" cy="16662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3" action="ppaction://hlinksldjump"/>
          </p:cNvPr>
          <p:cNvSpPr/>
          <p:nvPr/>
        </p:nvSpPr>
        <p:spPr>
          <a:xfrm>
            <a:off x="8267700" y="2667000"/>
            <a:ext cx="1586230" cy="16662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4" action="ppaction://hlinksldjump"/>
          </p:cNvPr>
          <p:cNvSpPr/>
          <p:nvPr/>
        </p:nvSpPr>
        <p:spPr>
          <a:xfrm>
            <a:off x="11468100" y="2895600"/>
            <a:ext cx="1586230" cy="166624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5" action="ppaction://hlinksldjump"/>
          </p:cNvPr>
          <p:cNvSpPr/>
          <p:nvPr/>
        </p:nvSpPr>
        <p:spPr>
          <a:xfrm>
            <a:off x="3030855" y="2590800"/>
            <a:ext cx="1586230" cy="16662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6" action="ppaction://hlinksldjump"/>
          </p:cNvPr>
          <p:cNvSpPr/>
          <p:nvPr/>
        </p:nvSpPr>
        <p:spPr>
          <a:xfrm>
            <a:off x="5829300" y="7543800"/>
            <a:ext cx="1586230" cy="166624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7" action="ppaction://hlinksldjump"/>
          </p:cNvPr>
          <p:cNvSpPr/>
          <p:nvPr/>
        </p:nvSpPr>
        <p:spPr>
          <a:xfrm>
            <a:off x="8648700" y="7315200"/>
            <a:ext cx="1586230" cy="166624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>
            <a:hlinkClick r:id="rId7" action="ppaction://hlinksldjump"/>
          </p:cNvPr>
          <p:cNvSpPr/>
          <p:nvPr/>
        </p:nvSpPr>
        <p:spPr>
          <a:xfrm>
            <a:off x="11772900" y="7239000"/>
            <a:ext cx="1586230" cy="16662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857500" y="4876800"/>
            <a:ext cx="22440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/>
              <a:t>lion near</a:t>
            </a:r>
            <a:endParaRPr lang="en-US" altLang="zh-CN" sz="7200"/>
          </a:p>
        </p:txBody>
      </p:sp>
      <p:sp>
        <p:nvSpPr>
          <p:cNvPr id="14" name="文本框 13"/>
          <p:cNvSpPr txBox="1"/>
          <p:nvPr/>
        </p:nvSpPr>
        <p:spPr>
          <a:xfrm>
            <a:off x="5524500" y="4800600"/>
            <a:ext cx="239585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ym typeface="+mn-ea"/>
              </a:rPr>
              <a:t>lion</a:t>
            </a:r>
            <a:endParaRPr lang="en-US" altLang="zh-CN" sz="7200">
              <a:sym typeface="+mn-ea"/>
            </a:endParaRPr>
          </a:p>
          <a:p>
            <a:r>
              <a:rPr lang="en-US" altLang="zh-CN" sz="7200">
                <a:sym typeface="+mn-ea"/>
              </a:rPr>
              <a:t>away</a:t>
            </a:r>
            <a:endParaRPr lang="en-US" altLang="zh-CN" sz="7200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81300" y="9753600"/>
            <a:ext cx="78867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ym typeface="+mn-ea"/>
              </a:rPr>
              <a:t>wolf</a:t>
            </a:r>
            <a:endParaRPr lang="en-US" altLang="zh-CN" sz="7200">
              <a:sym typeface="+mn-ea"/>
            </a:endParaRPr>
          </a:p>
          <a:p>
            <a:r>
              <a:rPr lang="en-US" altLang="zh-CN" sz="7200">
                <a:sym typeface="+mn-ea"/>
              </a:rPr>
              <a:t>near</a:t>
            </a:r>
            <a:endParaRPr lang="en-US" altLang="zh-CN" sz="7200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810500" y="5029200"/>
            <a:ext cx="78867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ym typeface="+mn-ea"/>
              </a:rPr>
              <a:t>owl</a:t>
            </a:r>
            <a:endParaRPr lang="en-US" altLang="zh-CN" sz="7200">
              <a:sym typeface="+mn-ea"/>
            </a:endParaRPr>
          </a:p>
          <a:p>
            <a:r>
              <a:rPr lang="en-US" altLang="zh-CN" sz="7200">
                <a:sym typeface="+mn-ea"/>
              </a:rPr>
              <a:t>near</a:t>
            </a:r>
            <a:endParaRPr lang="en-US" altLang="zh-CN" sz="720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43500" y="9753600"/>
            <a:ext cx="78867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ym typeface="+mn-ea"/>
              </a:rPr>
              <a:t>wolf</a:t>
            </a:r>
            <a:endParaRPr lang="en-US" altLang="zh-CN" sz="7200">
              <a:sym typeface="+mn-ea"/>
            </a:endParaRPr>
          </a:p>
          <a:p>
            <a:r>
              <a:rPr lang="en-US" altLang="zh-CN" sz="7200">
                <a:sym typeface="+mn-ea"/>
              </a:rPr>
              <a:t>away</a:t>
            </a:r>
            <a:endParaRPr lang="en-US" altLang="zh-CN" sz="7200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58100" y="9448800"/>
            <a:ext cx="78867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ym typeface="+mn-ea"/>
              </a:rPr>
              <a:t>deer</a:t>
            </a:r>
            <a:endParaRPr lang="en-US" altLang="zh-CN" sz="7200">
              <a:sym typeface="+mn-ea"/>
            </a:endParaRPr>
          </a:p>
          <a:p>
            <a:r>
              <a:rPr lang="en-US" altLang="zh-CN" sz="7200">
                <a:sym typeface="+mn-ea"/>
              </a:rPr>
              <a:t>near</a:t>
            </a:r>
            <a:endParaRPr lang="en-US" altLang="zh-CN" sz="7200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782300" y="9448800"/>
            <a:ext cx="78867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ym typeface="+mn-ea"/>
              </a:rPr>
              <a:t>deer</a:t>
            </a:r>
            <a:endParaRPr lang="en-US" altLang="zh-CN" sz="7200">
              <a:sym typeface="+mn-ea"/>
            </a:endParaRPr>
          </a:p>
          <a:p>
            <a:r>
              <a:rPr lang="en-US" altLang="zh-CN" sz="7200">
                <a:sym typeface="+mn-ea"/>
              </a:rPr>
              <a:t>away</a:t>
            </a:r>
            <a:endParaRPr lang="en-US" altLang="zh-CN" sz="7200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715625" y="5029200"/>
            <a:ext cx="795337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ym typeface="+mn-ea"/>
              </a:rPr>
              <a:t>owl</a:t>
            </a:r>
            <a:endParaRPr lang="en-US" altLang="zh-CN" sz="7200">
              <a:sym typeface="+mn-ea"/>
            </a:endParaRPr>
          </a:p>
          <a:p>
            <a:r>
              <a:rPr lang="en-US" altLang="zh-CN" sz="7200">
                <a:sym typeface="+mn-ea"/>
              </a:rPr>
              <a:t>away</a:t>
            </a:r>
            <a:endParaRPr lang="en-US" altLang="zh-CN" sz="72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WPS 演示</Application>
  <PresentationFormat>On-screen Show (4:3)</PresentationFormat>
  <Paragraphs>41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Linda.璽</cp:lastModifiedBy>
  <cp:revision>7</cp:revision>
  <dcterms:created xsi:type="dcterms:W3CDTF">2006-08-16T00:00:00Z</dcterms:created>
  <dcterms:modified xsi:type="dcterms:W3CDTF">2025-04-13T14:16:01Z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65C22B8641AD4422A2AF2D32D692C23D_12</vt:lpwstr>
  </property>
  <property fmtid="{D5CDD505-2E9C-101B-9397-08002B2CF9AE}" pid="3" name="KSOProductBuildVer">
    <vt:lpwstr>2052-12.1.0.20784</vt:lpwstr>
  </property>
</Properties>
</file>