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5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slide" Target="slide11.xml"/><Relationship Id="rId7" Type="http://schemas.openxmlformats.org/officeDocument/2006/relationships/slide" Target="slide5.xml"/><Relationship Id="rId6" Type="http://schemas.openxmlformats.org/officeDocument/2006/relationships/slide" Target="slide7.xml"/><Relationship Id="rId5" Type="http://schemas.openxmlformats.org/officeDocument/2006/relationships/slide" Target="slide8.xml"/><Relationship Id="rId4" Type="http://schemas.openxmlformats.org/officeDocument/2006/relationships/slide" Target="slide9.xml"/><Relationship Id="rId3" Type="http://schemas.openxmlformats.org/officeDocument/2006/relationships/slide" Target="slide10.xml"/><Relationship Id="rId2" Type="http://schemas.openxmlformats.org/officeDocument/2006/relationships/slide" Target="slide6.xml"/><Relationship Id="rId10" Type="http://schemas.openxmlformats.org/officeDocument/2006/relationships/slideLayout" Target="../slideLayouts/slideLayout1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slide" Target="slide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slide" Target="slide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slide" Target="slide3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slide" Target="slide3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slide" Target="slide3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slide" Target="slide3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slide" Target="slide3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slide" Target="slide3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727dd797e82d1fa1c6c568a8b252d3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45" y="290830"/>
            <a:ext cx="10429875" cy="6276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69b457b5a903dbd32483e9a633ae4c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6210" y="1129030"/>
            <a:ext cx="6964680" cy="43510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015" y="945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i="0">
                <a:solidFill>
                  <a:srgbClr val="404040"/>
                </a:solidFill>
                <a:latin typeface="DeepSeek-CJK-patch"/>
                <a:ea typeface="DeepSeek-CJK-patch"/>
              </a:rPr>
              <a:t>Click to learn about directions: up vs down</a:t>
            </a:r>
            <a:endParaRPr lang="en-US" altLang="zh-CN" sz="16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6735" y="2085975"/>
            <a:ext cx="772160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i="1">
                <a:solidFill>
                  <a:schemeClr val="accent2"/>
                </a:solidFill>
              </a:rPr>
              <a:t>up</a:t>
            </a:r>
            <a:endParaRPr lang="en-US" altLang="zh-CN" sz="2800" b="1" i="1">
              <a:solidFill>
                <a:schemeClr val="accent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1330" y="2085975"/>
            <a:ext cx="1256030" cy="480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i="1">
                <a:solidFill>
                  <a:schemeClr val="accent3"/>
                </a:solidFill>
              </a:rPr>
              <a:t>down</a:t>
            </a:r>
            <a:endParaRPr lang="en-US" altLang="zh-CN" sz="2800" b="1" i="1">
              <a:solidFill>
                <a:schemeClr val="accent3"/>
              </a:solidFill>
            </a:endParaRPr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3086735" y="3128645"/>
            <a:ext cx="391160" cy="3803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2" action="ppaction://hlinksldjump"/>
          </p:cNvPr>
          <p:cNvSpPr/>
          <p:nvPr/>
        </p:nvSpPr>
        <p:spPr>
          <a:xfrm>
            <a:off x="3086735" y="3763010"/>
            <a:ext cx="391160" cy="38036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3086735" y="5031740"/>
            <a:ext cx="391160" cy="38036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6986270" y="4397375"/>
            <a:ext cx="391160" cy="38036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3086735" y="4397375"/>
            <a:ext cx="391160" cy="38036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6986270" y="3763010"/>
            <a:ext cx="391160" cy="38036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6986270" y="3128645"/>
            <a:ext cx="391160" cy="3803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>
            <a:hlinkClick r:id="rId8" action="ppaction://hlinksldjump"/>
          </p:cNvPr>
          <p:cNvSpPr/>
          <p:nvPr/>
        </p:nvSpPr>
        <p:spPr>
          <a:xfrm>
            <a:off x="6986270" y="5031740"/>
            <a:ext cx="391160" cy="38036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62785" y="3128645"/>
            <a:ext cx="967740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6">
                    <a:lumMod val="40000"/>
                    <a:lumOff val="60000"/>
                  </a:schemeClr>
                </a:solidFill>
              </a:rPr>
              <a:t>Eyes</a:t>
            </a:r>
            <a:endParaRPr lang="en-US" altLang="zh-CN" sz="2400" b="1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44130" y="3138805"/>
            <a:ext cx="96774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6">
                    <a:lumMod val="40000"/>
                    <a:lumOff val="60000"/>
                  </a:schemeClr>
                </a:solidFill>
                <a:sym typeface="+mn-ea"/>
              </a:rPr>
              <a:t>Eyes</a:t>
            </a:r>
            <a:endParaRPr lang="en-US" altLang="zh-CN" sz="2400" b="1">
              <a:solidFill>
                <a:schemeClr val="accent6">
                  <a:lumMod val="40000"/>
                  <a:lumOff val="60000"/>
                </a:schemeClr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88160" y="3796665"/>
            <a:ext cx="1235075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Hands</a:t>
            </a:r>
            <a:endParaRPr lang="en-US" altLang="zh-CN" sz="24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44130" y="3763010"/>
            <a:ext cx="122428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Hands</a:t>
            </a:r>
            <a:endParaRPr lang="en-US" altLang="zh-CN" sz="24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62785" y="4397375"/>
            <a:ext cx="79311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B0F0"/>
                </a:solidFill>
              </a:rPr>
              <a:t>Dog</a:t>
            </a:r>
            <a:endParaRPr lang="en-US" altLang="zh-CN" sz="2400" b="1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26680" y="4397375"/>
            <a:ext cx="793115" cy="250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B0F0"/>
                </a:solidFill>
              </a:rPr>
              <a:t>Dog</a:t>
            </a:r>
            <a:endParaRPr lang="en-US" altLang="zh-CN" sz="2400" b="1">
              <a:solidFill>
                <a:srgbClr val="00B0F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62785" y="5031740"/>
            <a:ext cx="9048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B050"/>
                </a:solidFill>
              </a:rPr>
              <a:t>Frog</a:t>
            </a:r>
            <a:endParaRPr lang="en-US" altLang="zh-CN" sz="2400" b="1">
              <a:solidFill>
                <a:srgbClr val="00B05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89545" y="5021580"/>
            <a:ext cx="96647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00B050"/>
                </a:solidFill>
              </a:rPr>
              <a:t>Frog</a:t>
            </a:r>
            <a:endParaRPr lang="en-US" altLang="zh-CN" sz="2400" b="1">
              <a:solidFill>
                <a:srgbClr val="00B050"/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586bd80f2472745a3cd7557e31a61e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880" y="914400"/>
            <a:ext cx="8732520" cy="502920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879b5b5acee5758178d45b9deec4e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415" y="944245"/>
            <a:ext cx="8199120" cy="509778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fd8492f8be7bc6cd33b629de3cb9bc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790" y="720090"/>
            <a:ext cx="8351520" cy="506730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ea50ce35025b968a4086220ff7cf1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660" y="861060"/>
            <a:ext cx="8267700" cy="513588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bb2dccac97fce04ca0a28e3e0e07ea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560" y="842010"/>
            <a:ext cx="8382000" cy="517398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e47e3902b219b46f36e10d047349be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125" y="964565"/>
            <a:ext cx="8328660" cy="512826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b143df68843b5fc1e8ea255cba57af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460" y="1005840"/>
            <a:ext cx="8282940" cy="506730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d531b775da320f1b636dfd85ea0ab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445" y="965200"/>
            <a:ext cx="8587740" cy="5067300"/>
          </a:xfrm>
          <a:prstGeom prst="rect">
            <a:avLst/>
          </a:prstGeom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9444355" y="5810250"/>
            <a:ext cx="1697990" cy="4933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WPS 演示</Application>
  <PresentationFormat>宽屏</PresentationFormat>
  <Paragraphs>38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157</cp:revision>
  <dcterms:created xsi:type="dcterms:W3CDTF">2019-06-19T02:08:00Z</dcterms:created>
  <dcterms:modified xsi:type="dcterms:W3CDTF">2025-04-13T01:41:26Z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7C561E577AC74601BEF4B5925659F6BB_11</vt:lpwstr>
  </property>
</Properties>
</file>