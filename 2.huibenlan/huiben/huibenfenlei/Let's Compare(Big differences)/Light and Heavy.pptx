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70" r:id="rId13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8" userDrawn="1">
          <p15:clr>
            <a:srgbClr val="A4A3A4"/>
          </p15:clr>
        </p15:guide>
        <p15:guide id="2" pos="2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58"/>
        <p:guide pos="21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7.xml"/><Relationship Id="rId8" Type="http://schemas.openxmlformats.org/officeDocument/2006/relationships/image" Target="../media/image5.png"/><Relationship Id="rId7" Type="http://schemas.openxmlformats.org/officeDocument/2006/relationships/slide" Target="slide6.xml"/><Relationship Id="rId6" Type="http://schemas.openxmlformats.org/officeDocument/2006/relationships/image" Target="../media/image4.png"/><Relationship Id="rId5" Type="http://schemas.openxmlformats.org/officeDocument/2006/relationships/slide" Target="slide5.xml"/><Relationship Id="rId4" Type="http://schemas.openxmlformats.org/officeDocument/2006/relationships/image" Target="../media/image3.png"/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26.xml"/><Relationship Id="rId16" Type="http://schemas.openxmlformats.org/officeDocument/2006/relationships/image" Target="../media/image9.png"/><Relationship Id="rId15" Type="http://schemas.openxmlformats.org/officeDocument/2006/relationships/slide" Target="slide10.xml"/><Relationship Id="rId14" Type="http://schemas.openxmlformats.org/officeDocument/2006/relationships/image" Target="../media/image8.png"/><Relationship Id="rId13" Type="http://schemas.openxmlformats.org/officeDocument/2006/relationships/slide" Target="slide9.xml"/><Relationship Id="rId12" Type="http://schemas.openxmlformats.org/officeDocument/2006/relationships/image" Target="../media/image7.png"/><Relationship Id="rId11" Type="http://schemas.openxmlformats.org/officeDocument/2006/relationships/slide" Target="slide8.xml"/><Relationship Id="rId10" Type="http://schemas.openxmlformats.org/officeDocument/2006/relationships/image" Target="../media/image6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7.xml"/><Relationship Id="rId2" Type="http://schemas.openxmlformats.org/officeDocument/2006/relationships/image" Target="../media/image10.png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image" Target="../media/image11.png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image" Target="../media/image12.png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image" Target="../media/image13.png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image" Target="../media/image14.png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image" Target="../media/image15.png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image" Target="../media/image16.png"/><Relationship Id="rId1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4.xml"/><Relationship Id="rId2" Type="http://schemas.openxmlformats.org/officeDocument/2006/relationships/image" Target="../media/image17.png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071245"/>
            <a:ext cx="5212715" cy="66681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5120" y="318135"/>
            <a:ext cx="5880735" cy="48196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400">
                <a:sym typeface="+mn-ea"/>
              </a:rPr>
              <a:t>Click to see wh</a:t>
            </a:r>
            <a:r>
              <a:rPr lang="en-US" altLang="zh-CN" sz="2400" i="0">
                <a:solidFill>
                  <a:srgbClr val="404040"/>
                </a:solidFill>
                <a:latin typeface="+mj-lt"/>
                <a:ea typeface="DeepSeek-CJK-patch"/>
                <a:cs typeface="+mj-lt"/>
              </a:rPr>
              <a:t>at things are heavy or light.</a:t>
            </a:r>
            <a:endParaRPr lang="en-US" altLang="zh-CN" sz="2400" i="0">
              <a:solidFill>
                <a:srgbClr val="404040"/>
              </a:solidFill>
              <a:latin typeface="+mj-lt"/>
              <a:ea typeface="DeepSeek-CJK-patch"/>
              <a:cs typeface="+mj-lt"/>
            </a:endParaRPr>
          </a:p>
          <a:p>
            <a:pPr marL="0" indent="0"/>
            <a:endParaRPr lang="en-US" altLang="zh-CN" sz="2400" i="0">
              <a:solidFill>
                <a:srgbClr val="404040"/>
              </a:solidFill>
              <a:latin typeface="+mj-lt"/>
              <a:ea typeface="DeepSeek-CJK-patch"/>
              <a:cs typeface="+mj-lt"/>
            </a:endParaRPr>
          </a:p>
        </p:txBody>
      </p:sp>
      <p:pic>
        <p:nvPicPr>
          <p:cNvPr id="3" name="图片 2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3498850"/>
            <a:ext cx="1792605" cy="2073275"/>
          </a:xfrm>
          <a:prstGeom prst="rect">
            <a:avLst/>
          </a:prstGeom>
        </p:spPr>
      </p:pic>
      <p:pic>
        <p:nvPicPr>
          <p:cNvPr id="4" name="图片 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255" y="3634105"/>
            <a:ext cx="1743075" cy="2097405"/>
          </a:xfrm>
          <a:prstGeom prst="rect">
            <a:avLst/>
          </a:prstGeom>
        </p:spPr>
      </p:pic>
      <p:pic>
        <p:nvPicPr>
          <p:cNvPr id="5" name="图片 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815" y="3498850"/>
            <a:ext cx="1969770" cy="2232660"/>
          </a:xfrm>
          <a:prstGeom prst="rect">
            <a:avLst/>
          </a:prstGeom>
        </p:spPr>
      </p:pic>
      <p:pic>
        <p:nvPicPr>
          <p:cNvPr id="6" name="图片 5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20" y="5948680"/>
            <a:ext cx="1791335" cy="2392045"/>
          </a:xfrm>
          <a:prstGeom prst="rect">
            <a:avLst/>
          </a:prstGeom>
        </p:spPr>
      </p:pic>
      <p:pic>
        <p:nvPicPr>
          <p:cNvPr id="7" name="图片 6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8255" y="5949315"/>
            <a:ext cx="1832610" cy="2391410"/>
          </a:xfrm>
          <a:prstGeom prst="rect">
            <a:avLst/>
          </a:prstGeom>
        </p:spPr>
      </p:pic>
      <p:pic>
        <p:nvPicPr>
          <p:cNvPr id="8" name="图片 7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3745" y="6116320"/>
            <a:ext cx="1981200" cy="2333625"/>
          </a:xfrm>
          <a:prstGeom prst="rect">
            <a:avLst/>
          </a:prstGeom>
        </p:spPr>
      </p:pic>
      <p:pic>
        <p:nvPicPr>
          <p:cNvPr id="9" name="图片 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80" y="1249680"/>
            <a:ext cx="2077085" cy="2009140"/>
          </a:xfrm>
          <a:prstGeom prst="rect">
            <a:avLst/>
          </a:prstGeom>
        </p:spPr>
      </p:pic>
      <p:pic>
        <p:nvPicPr>
          <p:cNvPr id="10" name="图片 9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00500" y="1110615"/>
            <a:ext cx="2204720" cy="217043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52855" y="7964805"/>
            <a:ext cx="3634740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This dog is light.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855" y="577850"/>
            <a:ext cx="4645660" cy="6884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8410" y="8391525"/>
            <a:ext cx="3712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 lift it.</a:t>
            </a:r>
            <a:endParaRPr lang="zh-CN" altLang="en-US" sz="2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1255" y="8163560"/>
            <a:ext cx="405447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This dog is heavy.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5" name="圆角矩形 4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55" y="899160"/>
            <a:ext cx="4613910" cy="68427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8410" y="8653145"/>
            <a:ext cx="30327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cannot lift it.</a:t>
            </a:r>
            <a:endParaRPr lang="zh-CN" altLang="en-US" sz="2800">
              <a:sym typeface="+mn-ea"/>
            </a:endParaRPr>
          </a:p>
          <a:p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33805" y="7982585"/>
            <a:ext cx="3655695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This rock is heavy.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05" y="779145"/>
            <a:ext cx="5378450" cy="61029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70305" y="8574405"/>
            <a:ext cx="3803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00480" y="8601075"/>
            <a:ext cx="3033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cannot lift it</a:t>
            </a:r>
            <a:r>
              <a:rPr lang="en-US" altLang="zh-CN" sz="2800">
                <a:sym typeface="+mn-ea"/>
              </a:rPr>
              <a:t>.</a:t>
            </a:r>
            <a:endParaRPr lang="en-US" altLang="zh-CN" sz="280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62380" y="7618730"/>
            <a:ext cx="419862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This rock is light.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812800"/>
            <a:ext cx="4780280" cy="59709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39850" y="8208645"/>
            <a:ext cx="31896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 lift it.</a:t>
            </a:r>
            <a:endParaRPr lang="en-US" altLang="zh-CN" sz="2800">
              <a:sym typeface="+mn-ea"/>
            </a:endParaRPr>
          </a:p>
          <a:p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7300" y="7983855"/>
            <a:ext cx="44278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This log is heavy.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40" y="1076960"/>
            <a:ext cx="4514215" cy="64477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48410" y="8653145"/>
            <a:ext cx="38042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cannot lift it.</a:t>
            </a:r>
            <a:endParaRPr lang="zh-CN" altLang="en-US" sz="2800">
              <a:sym typeface="+mn-ea"/>
            </a:endParaRPr>
          </a:p>
          <a:p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9975" y="7962265"/>
            <a:ext cx="3875405" cy="62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sym typeface="+mn-ea"/>
              </a:rPr>
              <a:t>This stick is heavy.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  <a:p>
            <a:endParaRPr lang="zh-CN" altLang="en-US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40" y="922655"/>
            <a:ext cx="4667250" cy="64700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935" y="8655050"/>
            <a:ext cx="38169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 lift it.</a:t>
            </a:r>
            <a:endParaRPr lang="zh-CN" altLang="en-US" sz="2800">
              <a:sym typeface="+mn-ea"/>
            </a:endParaRPr>
          </a:p>
          <a:p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8070" y="8042910"/>
            <a:ext cx="421005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Dad is heavy.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  <a:p>
            <a:endParaRPr lang="zh-CN" altLang="en-US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70" y="727075"/>
            <a:ext cx="4944110" cy="68859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3460" y="8613140"/>
            <a:ext cx="3006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I cannot lift him.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76655" y="8063865"/>
            <a:ext cx="429895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 am light.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  <a:p>
            <a:endParaRPr lang="zh-CN" altLang="en-US" sz="2800"/>
          </a:p>
          <a:p>
            <a:endParaRPr lang="en-US" altLang="zh-CN" sz="2800"/>
          </a:p>
        </p:txBody>
      </p:sp>
      <p:sp>
        <p:nvSpPr>
          <p:cNvPr id="6" name="圆角矩形 5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60" y="742950"/>
            <a:ext cx="5271135" cy="6070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70305" y="8627110"/>
            <a:ext cx="2967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Dad can lift me!.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WPS 演示</Application>
  <PresentationFormat>宽屏</PresentationFormat>
  <Paragraphs>74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DCA3A54E884A478DA0F93B6EEF074936_13</vt:lpwstr>
  </property>
</Properties>
</file>