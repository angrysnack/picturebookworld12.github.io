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69" r:id="rId5"/>
    <p:sldId id="268" r:id="rId6"/>
    <p:sldId id="267" r:id="rId7"/>
    <p:sldId id="266" r:id="rId8"/>
    <p:sldId id="265" r:id="rId9"/>
    <p:sldId id="264" r:id="rId10"/>
    <p:sldId id="263" r:id="rId11"/>
    <p:sldId id="262" r:id="rId12"/>
    <p:sldId id="261" r:id="rId13"/>
    <p:sldId id="270" r:id="rId14"/>
  </p:sldIdLst>
  <p:sldSz cx="6839585" cy="93599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48" userDrawn="1">
          <p15:clr>
            <a:srgbClr val="A4A3A4"/>
          </p15:clr>
        </p15:guide>
        <p15:guide id="2" pos="21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948"/>
        <p:guide pos="215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555" y="1248000"/>
            <a:ext cx="5497583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555" y="4859338"/>
            <a:ext cx="5497583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95" spc="200"/>
            </a:lvl1pPr>
            <a:lvl2pPr marL="342265" indent="0" algn="ctr">
              <a:buNone/>
              <a:defRPr sz="1495"/>
            </a:lvl2pPr>
            <a:lvl3pPr marL="683895" indent="0" algn="ctr">
              <a:buNone/>
              <a:defRPr sz="1345"/>
            </a:lvl3pPr>
            <a:lvl4pPr marL="1026160" indent="0" algn="ctr">
              <a:buNone/>
              <a:defRPr sz="1195"/>
            </a:lvl4pPr>
            <a:lvl5pPr marL="1367790" indent="0" algn="ctr">
              <a:buNone/>
              <a:defRPr sz="1195"/>
            </a:lvl5pPr>
            <a:lvl6pPr marL="1710055" indent="0" algn="ctr">
              <a:buNone/>
              <a:defRPr sz="1195"/>
            </a:lvl6pPr>
            <a:lvl7pPr marL="2051685" indent="0" algn="ctr">
              <a:buNone/>
              <a:defRPr sz="1195"/>
            </a:lvl7pPr>
            <a:lvl8pPr marL="2393950" indent="0" algn="ctr">
              <a:buNone/>
              <a:defRPr sz="1195"/>
            </a:lvl8pPr>
            <a:lvl9pPr marL="2736215" indent="0" algn="ctr">
              <a:buNone/>
              <a:defRPr sz="11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327" y="2034142"/>
            <a:ext cx="6153981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886" y="5252409"/>
            <a:ext cx="4358481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6886" y="6298961"/>
            <a:ext cx="4358481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26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 marL="68389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3pPr>
            <a:lvl4pPr marL="102616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4pPr>
            <a:lvl5pPr marL="136779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5pPr>
            <a:lvl6pPr marL="171005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6pPr>
            <a:lvl7pPr marL="205168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7pPr>
            <a:lvl8pPr marL="239395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8pPr>
            <a:lvl9pPr marL="273621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327" y="2048882"/>
            <a:ext cx="2904307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7059" y="2048882"/>
            <a:ext cx="2904307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327" y="1950614"/>
            <a:ext cx="2997213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327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8403" y="1940417"/>
            <a:ext cx="2997213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8403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327" y="2122583"/>
            <a:ext cx="293588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2725" y="2122583"/>
            <a:ext cx="2932583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1965" y="1248000"/>
            <a:ext cx="585709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9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000" y="1248000"/>
            <a:ext cx="5144138" cy="6864000"/>
          </a:xfrm>
        </p:spPr>
        <p:txBody>
          <a:bodyPr vert="eaVert" lIns="46800" tIns="46800" rIns="46800" bIns="46800"/>
          <a:lstStyle>
            <a:lvl1pPr marL="170815" indent="-170815">
              <a:spcAft>
                <a:spcPts val="1000"/>
              </a:spcAft>
              <a:defRPr spc="300"/>
            </a:lvl1pPr>
            <a:lvl2pPr marL="513080" indent="-170815">
              <a:defRPr spc="300"/>
            </a:lvl2pPr>
            <a:lvl3pPr marL="854710" indent="-170815">
              <a:defRPr spc="300"/>
            </a:lvl3pPr>
            <a:lvl4pPr marL="1196975" indent="-170815">
              <a:defRPr spc="300"/>
            </a:lvl4pPr>
            <a:lvl5pPr marL="1539240" indent="-1708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327" y="1056378"/>
            <a:ext cx="6156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555" y="3390236"/>
            <a:ext cx="5497583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555" y="4859338"/>
            <a:ext cx="5497583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555" y="1248000"/>
            <a:ext cx="5497583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555" y="4859338"/>
            <a:ext cx="5497583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95" spc="200"/>
            </a:lvl1pPr>
            <a:lvl2pPr marL="342265" indent="0" algn="ctr">
              <a:buNone/>
              <a:defRPr sz="1495"/>
            </a:lvl2pPr>
            <a:lvl3pPr marL="683895" indent="0" algn="ctr">
              <a:buNone/>
              <a:defRPr sz="1345"/>
            </a:lvl3pPr>
            <a:lvl4pPr marL="1026160" indent="0" algn="ctr">
              <a:buNone/>
              <a:defRPr sz="1195"/>
            </a:lvl4pPr>
            <a:lvl5pPr marL="1367790" indent="0" algn="ctr">
              <a:buNone/>
              <a:defRPr sz="1195"/>
            </a:lvl5pPr>
            <a:lvl6pPr marL="1710055" indent="0" algn="ctr">
              <a:buNone/>
              <a:defRPr sz="1195"/>
            </a:lvl6pPr>
            <a:lvl7pPr marL="2051685" indent="0" algn="ctr">
              <a:buNone/>
              <a:defRPr sz="1195"/>
            </a:lvl7pPr>
            <a:lvl8pPr marL="2393950" indent="0" algn="ctr">
              <a:buNone/>
              <a:defRPr sz="1195"/>
            </a:lvl8pPr>
            <a:lvl9pPr marL="2736215" indent="0" algn="ctr">
              <a:buNone/>
              <a:defRPr sz="11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327" y="2034142"/>
            <a:ext cx="6153981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886" y="5252409"/>
            <a:ext cx="4358481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6886" y="6298961"/>
            <a:ext cx="4358481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26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 marL="68389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3pPr>
            <a:lvl4pPr marL="102616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4pPr>
            <a:lvl5pPr marL="136779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5pPr>
            <a:lvl6pPr marL="171005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6pPr>
            <a:lvl7pPr marL="205168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7pPr>
            <a:lvl8pPr marL="239395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8pPr>
            <a:lvl9pPr marL="273621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327" y="2048882"/>
            <a:ext cx="2904307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7059" y="2048882"/>
            <a:ext cx="2904307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327" y="1950614"/>
            <a:ext cx="2997213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327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8403" y="1940417"/>
            <a:ext cx="2997213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8403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327" y="2122583"/>
            <a:ext cx="293588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2725" y="2122583"/>
            <a:ext cx="2932583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1965" y="1248000"/>
            <a:ext cx="585709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9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000" y="1248000"/>
            <a:ext cx="5144138" cy="6864000"/>
          </a:xfrm>
        </p:spPr>
        <p:txBody>
          <a:bodyPr vert="eaVert" lIns="46800" tIns="46800" rIns="46800" bIns="46800"/>
          <a:lstStyle>
            <a:lvl1pPr marL="170815" indent="-170815">
              <a:spcAft>
                <a:spcPts val="1000"/>
              </a:spcAft>
              <a:defRPr spc="300"/>
            </a:lvl1pPr>
            <a:lvl2pPr marL="513080" indent="-170815">
              <a:defRPr spc="300"/>
            </a:lvl2pPr>
            <a:lvl3pPr marL="854710" indent="-170815">
              <a:defRPr spc="300"/>
            </a:lvl3pPr>
            <a:lvl4pPr marL="1196975" indent="-170815">
              <a:defRPr spc="300"/>
            </a:lvl4pPr>
            <a:lvl5pPr marL="1539240" indent="-1708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327" y="1056378"/>
            <a:ext cx="6156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555" y="3390236"/>
            <a:ext cx="5497583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555" y="4859338"/>
            <a:ext cx="5497583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327" y="830362"/>
            <a:ext cx="6153981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327" y="2034142"/>
            <a:ext cx="6153981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346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09173" y="8618079"/>
            <a:ext cx="222165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0544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3895" rtl="0" eaLnBrk="1" fontAlgn="auto" latinLnBrk="0" hangingPunct="1">
        <a:lnSpc>
          <a:spcPct val="100000"/>
        </a:lnSpc>
        <a:spcBef>
          <a:spcPct val="0"/>
        </a:spcBef>
        <a:buNone/>
        <a:defRPr sz="26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0815" indent="-170815" algn="l" defTabSz="68389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3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308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203960" algn="l"/>
          <a:tab pos="1203960" algn="l"/>
          <a:tab pos="1203960" algn="l"/>
          <a:tab pos="1203960" algn="l"/>
        </a:tabLst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471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96975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3924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087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22313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56476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90703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3pPr>
      <a:lvl4pPr marL="102616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05168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39395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73621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327" y="830362"/>
            <a:ext cx="6153981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327" y="2034142"/>
            <a:ext cx="6153981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346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09173" y="8618079"/>
            <a:ext cx="222165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0544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3895" rtl="0" eaLnBrk="1" fontAlgn="auto" latinLnBrk="0" hangingPunct="1">
        <a:lnSpc>
          <a:spcPct val="100000"/>
        </a:lnSpc>
        <a:spcBef>
          <a:spcPct val="0"/>
        </a:spcBef>
        <a:buNone/>
        <a:defRPr sz="26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0815" indent="-170815" algn="l" defTabSz="68389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3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308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203960" algn="l"/>
          <a:tab pos="1203960" algn="l"/>
          <a:tab pos="1203960" algn="l"/>
          <a:tab pos="1203960" algn="l"/>
        </a:tabLst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471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96975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3924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087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22313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56476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90703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3pPr>
      <a:lvl4pPr marL="102616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05168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39395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73621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127.xml"/><Relationship Id="rId7" Type="http://schemas.openxmlformats.org/officeDocument/2006/relationships/slide" Target="slide11.xml"/><Relationship Id="rId6" Type="http://schemas.openxmlformats.org/officeDocument/2006/relationships/slide" Target="slide9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3" Type="http://schemas.openxmlformats.org/officeDocument/2006/relationships/slide" Target="slide8.xml"/><Relationship Id="rId2" Type="http://schemas.openxmlformats.org/officeDocument/2006/relationships/slide" Target="slide5.xml"/><Relationship Id="rId1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8.xml"/><Relationship Id="rId2" Type="http://schemas.openxmlformats.org/officeDocument/2006/relationships/slide" Target="slide3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9.xml"/><Relationship Id="rId2" Type="http://schemas.openxmlformats.org/officeDocument/2006/relationships/slide" Target="slide3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0.xml"/><Relationship Id="rId2" Type="http://schemas.openxmlformats.org/officeDocument/2006/relationships/slide" Target="slide3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1.xml"/><Relationship Id="rId2" Type="http://schemas.openxmlformats.org/officeDocument/2006/relationships/slide" Target="slide3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2.xml"/><Relationship Id="rId2" Type="http://schemas.openxmlformats.org/officeDocument/2006/relationships/slide" Target="slide3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3.xml"/><Relationship Id="rId2" Type="http://schemas.openxmlformats.org/officeDocument/2006/relationships/slide" Target="slide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4.xml"/><Relationship Id="rId2" Type="http://schemas.openxmlformats.org/officeDocument/2006/relationships/slide" Target="slide3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5.xml"/><Relationship Id="rId2" Type="http://schemas.openxmlformats.org/officeDocument/2006/relationships/slide" Target="slide3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f9b842cff3b64b82353761aecd6a00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170" y="788035"/>
            <a:ext cx="4400550" cy="75914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a844baccab5d927d358099deaa6651e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855" y="1292225"/>
            <a:ext cx="4333875" cy="66103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8940" y="767715"/>
            <a:ext cx="5127625" cy="48196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1600" i="0">
                <a:solidFill>
                  <a:srgbClr val="404040"/>
                </a:solidFill>
                <a:latin typeface="DeepSeek-CJK-patch"/>
                <a:ea typeface="DeepSeek-CJK-patch"/>
              </a:rPr>
              <a:t>Tap to spot the differences in these shoes.</a:t>
            </a:r>
            <a:endParaRPr lang="en-US" altLang="zh-CN" sz="1600" i="0">
              <a:solidFill>
                <a:srgbClr val="404040"/>
              </a:solidFill>
              <a:latin typeface="DeepSeek-CJK-patch"/>
              <a:ea typeface="DeepSeek-CJK-patch"/>
            </a:endParaRPr>
          </a:p>
        </p:txBody>
      </p:sp>
      <p:sp>
        <p:nvSpPr>
          <p:cNvPr id="3" name="椭圆 2">
            <a:hlinkClick r:id="rId1" action="ppaction://hlinksldjump"/>
          </p:cNvPr>
          <p:cNvSpPr/>
          <p:nvPr/>
        </p:nvSpPr>
        <p:spPr>
          <a:xfrm>
            <a:off x="1372235" y="3106420"/>
            <a:ext cx="349885" cy="38735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>
            <a:hlinkClick r:id="rId2" action="ppaction://hlinksldjump"/>
          </p:cNvPr>
          <p:cNvSpPr/>
          <p:nvPr/>
        </p:nvSpPr>
        <p:spPr>
          <a:xfrm>
            <a:off x="2731770" y="2318385"/>
            <a:ext cx="542925" cy="58293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>
            <a:hlinkClick r:id="rId3" action="ppaction://hlinksldjump"/>
          </p:cNvPr>
          <p:cNvSpPr/>
          <p:nvPr/>
        </p:nvSpPr>
        <p:spPr>
          <a:xfrm>
            <a:off x="3890010" y="5581650"/>
            <a:ext cx="703580" cy="66357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>
            <a:hlinkClick r:id="rId4" action="ppaction://hlinksldjump"/>
          </p:cNvPr>
          <p:cNvSpPr/>
          <p:nvPr/>
        </p:nvSpPr>
        <p:spPr>
          <a:xfrm>
            <a:off x="4301490" y="2986405"/>
            <a:ext cx="590550" cy="628015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>
            <a:hlinkClick r:id="rId5" action="ppaction://hlinksldjump"/>
          </p:cNvPr>
          <p:cNvSpPr/>
          <p:nvPr/>
        </p:nvSpPr>
        <p:spPr>
          <a:xfrm>
            <a:off x="4593590" y="4352290"/>
            <a:ext cx="687705" cy="70040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>
            <a:hlinkClick r:id="rId6" action="ppaction://hlinksldjump"/>
          </p:cNvPr>
          <p:cNvSpPr/>
          <p:nvPr/>
        </p:nvSpPr>
        <p:spPr>
          <a:xfrm>
            <a:off x="2296160" y="5989955"/>
            <a:ext cx="688975" cy="6635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>
            <a:hlinkClick r:id="rId7" action="ppaction://hlinksldjump"/>
          </p:cNvPr>
          <p:cNvSpPr/>
          <p:nvPr/>
        </p:nvSpPr>
        <p:spPr>
          <a:xfrm>
            <a:off x="906145" y="4897120"/>
            <a:ext cx="686435" cy="601345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19505" y="2654300"/>
            <a:ext cx="1035685" cy="247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blue</a:t>
            </a:r>
            <a:endParaRPr lang="en-US" altLang="zh-CN" sz="28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69845" y="1821815"/>
            <a:ext cx="806450" cy="449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00B0F0"/>
                </a:solidFill>
                <a:sym typeface="+mn-ea"/>
              </a:rPr>
              <a:t>wet</a:t>
            </a:r>
            <a:endParaRPr lang="en-US" altLang="zh-CN" sz="28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150995" y="2500630"/>
            <a:ext cx="891540" cy="400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</a:rPr>
              <a:t>old</a:t>
            </a:r>
            <a:endParaRPr lang="en-US" altLang="zh-CN" sz="28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439285" y="3870960"/>
            <a:ext cx="842010" cy="48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 </a:t>
            </a:r>
            <a:r>
              <a:rPr lang="en-US" altLang="zh-CN" sz="2800" b="1">
                <a:solidFill>
                  <a:srgbClr val="7030A0"/>
                </a:solidFill>
                <a:sym typeface="+mn-ea"/>
              </a:rPr>
              <a:t>big</a:t>
            </a:r>
            <a:endParaRPr lang="en-US" altLang="zh-CN" sz="2800" b="1">
              <a:solidFill>
                <a:srgbClr val="7030A0"/>
              </a:solidFill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771900" y="5144135"/>
            <a:ext cx="1120140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FFC000"/>
                </a:solidFill>
                <a:sym typeface="+mn-ea"/>
              </a:rPr>
              <a:t>shiny</a:t>
            </a:r>
            <a:endParaRPr lang="en-US" altLang="zh-CN" sz="2800" b="1">
              <a:solidFill>
                <a:srgbClr val="FFC000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296160" y="5467985"/>
            <a:ext cx="890270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ym typeface="+mn-ea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sym typeface="+mn-ea"/>
              </a:rPr>
              <a:t>tall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3725" y="4233545"/>
            <a:ext cx="1323975" cy="572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 </a:t>
            </a:r>
            <a:r>
              <a:rPr lang="en-US" altLang="zh-CN" sz="2800" b="1">
                <a:solidFill>
                  <a:srgbClr val="00B050"/>
                </a:solidFill>
                <a:sym typeface="+mn-ea"/>
              </a:rPr>
              <a:t>funny</a:t>
            </a:r>
            <a:endParaRPr lang="en-US" altLang="zh-CN" sz="2800" b="1">
              <a:solidFill>
                <a:srgbClr val="00B050"/>
              </a:solidFill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5eb717d46f8c09f8b7d26de3a868388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855" y="772795"/>
            <a:ext cx="4333875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52855" y="7964805"/>
            <a:ext cx="4210050" cy="404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These shoes are blue.</a:t>
            </a:r>
            <a:endParaRPr lang="en-US" altLang="zh-CN" sz="2800"/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9ec709fdcc6be126633e9cf63df8cb8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255" y="845820"/>
            <a:ext cx="4343400" cy="68389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51255" y="8163560"/>
            <a:ext cx="4054475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These shoes are wet.</a:t>
            </a:r>
            <a:endParaRPr lang="en-US" altLang="zh-CN" sz="2800"/>
          </a:p>
        </p:txBody>
      </p:sp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be4a432669d129ed162629661b983fd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3805" y="761365"/>
            <a:ext cx="4371975" cy="68294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33805" y="7982585"/>
            <a:ext cx="3655695" cy="819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These shoes are old.</a:t>
            </a:r>
            <a:endParaRPr lang="en-US" altLang="zh-CN" sz="2800"/>
          </a:p>
        </p:txBody>
      </p:sp>
      <p:sp>
        <p:nvSpPr>
          <p:cNvPr id="4" name="圆角矩形 3">
            <a:hlinkClick r:id="rId2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f7e4211dd1bf2895e9215579e870f3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2380" y="845185"/>
            <a:ext cx="4314825" cy="68294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62380" y="8174355"/>
            <a:ext cx="4198620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These shoes are big.</a:t>
            </a:r>
            <a:endParaRPr lang="en-US" altLang="zh-CN" sz="2800"/>
          </a:p>
        </p:txBody>
      </p:sp>
      <p:sp>
        <p:nvSpPr>
          <p:cNvPr id="4" name="圆角矩形 3">
            <a:hlinkClick r:id="rId2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5b6f9248be85a6d2d3259bebb28b7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857885"/>
            <a:ext cx="4324350" cy="68389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57300" y="7983855"/>
            <a:ext cx="4427855" cy="563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/>
              <a:t>These shoes are shiny.</a:t>
            </a:r>
            <a:endParaRPr lang="en-US" altLang="zh-CN" sz="2800" b="1"/>
          </a:p>
        </p:txBody>
      </p:sp>
      <p:sp>
        <p:nvSpPr>
          <p:cNvPr id="4" name="圆角矩形 3">
            <a:hlinkClick r:id="rId2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73448ab32c95c179bc3c812b534584b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975" y="748665"/>
            <a:ext cx="4295775" cy="68103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69975" y="7962265"/>
            <a:ext cx="3875405" cy="628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/>
              <a:t>These shoes are tall.</a:t>
            </a:r>
            <a:endParaRPr lang="zh-CN" altLang="en-US" sz="2800"/>
          </a:p>
        </p:txBody>
      </p:sp>
      <p:sp>
        <p:nvSpPr>
          <p:cNvPr id="4" name="圆角矩形 3">
            <a:hlinkClick r:id="rId2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7377ecbab5c6f77e837d3d14c25aaaf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70" y="833755"/>
            <a:ext cx="4486275" cy="69723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68070" y="8042910"/>
            <a:ext cx="4210050" cy="54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These shoes are funny!</a:t>
            </a:r>
            <a:endParaRPr lang="en-US" altLang="zh-CN" sz="2800"/>
          </a:p>
        </p:txBody>
      </p:sp>
      <p:sp>
        <p:nvSpPr>
          <p:cNvPr id="4" name="圆角矩形 3">
            <a:hlinkClick r:id="rId2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4" name="图片 3" descr="7377ecbab5c6f77e837d3d14c25aaaf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655" y="825500"/>
            <a:ext cx="4486275" cy="69723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76655" y="8063865"/>
            <a:ext cx="4298950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These shoes are funny!</a:t>
            </a:r>
            <a:endParaRPr lang="en-US" altLang="zh-CN" sz="2800"/>
          </a:p>
        </p:txBody>
      </p:sp>
      <p:sp>
        <p:nvSpPr>
          <p:cNvPr id="6" name="圆角矩形 5">
            <a:hlinkClick r:id="rId2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</Words>
  <Application>WPS 演示</Application>
  <PresentationFormat>宽屏</PresentationFormat>
  <Paragraphs>48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DeepSeek-CJK-patch</vt:lpstr>
      <vt:lpstr>Segoe Print</vt:lpstr>
      <vt:lpstr>微软雅黑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156</cp:revision>
  <dcterms:created xsi:type="dcterms:W3CDTF">2019-06-19T02:08:00Z</dcterms:created>
  <dcterms:modified xsi:type="dcterms:W3CDTF">2025-04-13T01:41:36Z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EC8DB5CA436D4F938BED9C9122933DF9_11</vt:lpwstr>
  </property>
</Properties>
</file>