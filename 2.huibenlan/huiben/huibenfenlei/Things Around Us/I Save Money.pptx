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67" r:id="rId3"/>
    <p:sldId id="293" r:id="rId4"/>
    <p:sldId id="279" r:id="rId5"/>
    <p:sldId id="287" r:id="rId6"/>
    <p:sldId id="288" r:id="rId7"/>
    <p:sldId id="289" r:id="rId8"/>
    <p:sldId id="290" r:id="rId9"/>
    <p:sldId id="292" r:id="rId10"/>
  </p:sldIdLst>
  <p:sldSz cx="6858000" cy="9903460" type="A4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dbbee42-fcd1-4159-83d1-9b1ae4ef8db8}">
          <p14:sldIdLst>
            <p14:sldId id="267"/>
            <p14:sldId id="293"/>
            <p14:sldId id="279"/>
            <p14:sldId id="287"/>
            <p14:sldId id="288"/>
            <p14:sldId id="289"/>
            <p14:sldId id="290"/>
            <p14:sldId id="292"/>
          </p14:sldIdLst>
        </p14:section>
        <p14:section name="无标题节" id="{a4cdbf3f-9c8d-4821-a652-4c7090e30ffd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3113" userDrawn="1">
          <p15:clr>
            <a:srgbClr val="A4A3A4"/>
          </p15:clr>
        </p15:guide>
        <p15:guide id="2" pos="21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6464"/>
    <a:srgbClr val="C2C5D4"/>
    <a:srgbClr val="FE7324"/>
    <a:srgbClr val="B97E54"/>
    <a:srgbClr val="E67196"/>
    <a:srgbClr val="7D5A9E"/>
    <a:srgbClr val="498BC9"/>
    <a:srgbClr val="FC011A"/>
    <a:srgbClr val="EDC037"/>
    <a:srgbClr val="789D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3113"/>
        <p:guide pos="219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83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60461" y="1143000"/>
            <a:ext cx="2137079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4325" y="1320480"/>
            <a:ext cx="5512050" cy="3711901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4325" y="5141554"/>
            <a:ext cx="5512050" cy="2126285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005827"/>
            <a:ext cx="6170175" cy="1018953"/>
          </a:xfrm>
        </p:spPr>
        <p:txBody>
          <a:bodyPr vert="horz" lIns="90000" tIns="46800" rIns="90000" bIns="46800" rtlCol="0" anchor="ctr" anchorCtr="0">
            <a:noAutofit/>
          </a:bodyPr>
          <a:lstStyle>
            <a:lvl1pPr>
              <a:defRPr sz="4400" u="none" strike="noStrike" kern="1200" cap="none" spc="6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2225" y="1049918"/>
            <a:ext cx="6170175" cy="6872735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9825" y="5557453"/>
            <a:ext cx="4369950" cy="1107332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9825" y="6664785"/>
            <a:ext cx="4369950" cy="1252896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2225" y="2167875"/>
            <a:ext cx="2911950" cy="685713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606525" y="2167875"/>
            <a:ext cx="2911950" cy="6857138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2225" y="2063900"/>
            <a:ext cx="3005100" cy="551066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2225" y="2677351"/>
            <a:ext cx="3005100" cy="634766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507609" y="2053111"/>
            <a:ext cx="3005100" cy="551066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5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507609" y="2677351"/>
            <a:ext cx="3005100" cy="634766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2225" y="878587"/>
            <a:ext cx="6170175" cy="1018953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2225" y="2245856"/>
            <a:ext cx="2943606" cy="665438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72100" y="2245856"/>
            <a:ext cx="2940300" cy="6654388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57075" y="1320480"/>
            <a:ext cx="587250" cy="726264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1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4350" y="1320480"/>
            <a:ext cx="5157675" cy="7262640"/>
          </a:xfrm>
        </p:spPr>
        <p:txBody>
          <a:bodyPr vert="eaVert" lIns="46800" tIns="46800" rIns="46800" bIns="46800"/>
          <a:lstStyle>
            <a:lvl1pPr marL="171450" indent="-171450">
              <a:spcAft>
                <a:spcPts val="1000"/>
              </a:spcAft>
              <a:defRPr spc="300"/>
            </a:lvl1pPr>
            <a:lvl2pPr marL="514350" indent="-171450">
              <a:defRPr spc="300"/>
            </a:lvl2pPr>
            <a:lvl3pPr marL="857250" indent="-171450">
              <a:defRPr spc="300"/>
            </a:lvl3pPr>
            <a:lvl4pPr marL="1200150" indent="-171450">
              <a:defRPr spc="300"/>
            </a:lvl4pPr>
            <a:lvl5pPr marL="1543050" indent="-17145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2225" y="1117729"/>
            <a:ext cx="6172200" cy="791768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4325" y="3587131"/>
            <a:ext cx="5512050" cy="147124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4325" y="5141554"/>
            <a:ext cx="5512050" cy="681035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2225" y="878587"/>
            <a:ext cx="6170175" cy="1018953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2225" y="2152278"/>
            <a:ext cx="6170175" cy="6872735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42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15250" y="9118590"/>
            <a:ext cx="222750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93650" y="9118590"/>
            <a:ext cx="1518750" cy="457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27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3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  <a:tab pos="1207135" algn="l"/>
          <a:tab pos="1207135" algn="l"/>
        </a:tabLst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2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05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slide" Target="slide8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slide" Target="slide4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9" Type="http://schemas.openxmlformats.org/officeDocument/2006/relationships/tags" Target="../tags/tag76.xml"/><Relationship Id="rId18" Type="http://schemas.openxmlformats.org/officeDocument/2006/relationships/tags" Target="../tags/tag75.xml"/><Relationship Id="rId17" Type="http://schemas.openxmlformats.org/officeDocument/2006/relationships/tags" Target="../tags/tag74.xml"/><Relationship Id="rId16" Type="http://schemas.openxmlformats.org/officeDocument/2006/relationships/tags" Target="../tags/tag73.xml"/><Relationship Id="rId15" Type="http://schemas.openxmlformats.org/officeDocument/2006/relationships/slide" Target="slide6.xml"/><Relationship Id="rId14" Type="http://schemas.openxmlformats.org/officeDocument/2006/relationships/tags" Target="../tags/tag72.xml"/><Relationship Id="rId13" Type="http://schemas.openxmlformats.org/officeDocument/2006/relationships/slide" Target="slide7.xml"/><Relationship Id="rId12" Type="http://schemas.openxmlformats.org/officeDocument/2006/relationships/tags" Target="../tags/tag71.xml"/><Relationship Id="rId11" Type="http://schemas.openxmlformats.org/officeDocument/2006/relationships/slide" Target="slide5.xml"/><Relationship Id="rId10" Type="http://schemas.openxmlformats.org/officeDocument/2006/relationships/tags" Target="../tags/tag70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slide" Target="slide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8.xml"/><Relationship Id="rId2" Type="http://schemas.openxmlformats.org/officeDocument/2006/relationships/slide" Target="slide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9.xml"/><Relationship Id="rId2" Type="http://schemas.openxmlformats.org/officeDocument/2006/relationships/slide" Target="slide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slide" Target="slide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1.xml"/><Relationship Id="rId3" Type="http://schemas.openxmlformats.org/officeDocument/2006/relationships/slide" Target="slide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2.xml"/><Relationship Id="rId2" Type="http://schemas.openxmlformats.org/officeDocument/2006/relationships/slide" Target="slide2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82625" y="250190"/>
            <a:ext cx="5731510" cy="1104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6600">
                <a:latin typeface="+mj-ea"/>
                <a:ea typeface="+mj-ea"/>
              </a:rPr>
              <a:t>I Save Money</a:t>
            </a:r>
            <a:endParaRPr lang="en-US" altLang="zh-CN" sz="6600">
              <a:latin typeface="+mj-ea"/>
              <a:ea typeface="+mj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895" y="1797685"/>
            <a:ext cx="5474970" cy="56997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4620" y="321945"/>
            <a:ext cx="6598920" cy="1778635"/>
          </a:xfrm>
        </p:spPr>
        <p:txBody>
          <a:bodyPr/>
          <a:p>
            <a:r>
              <a:rPr lang="en-US" altLang="zh-CN">
                <a:sym typeface="+mn-ea"/>
              </a:rPr>
              <a:t>Click to see you</a:t>
            </a:r>
            <a:r>
              <a:rPr lang="en-US" altLang="zh-CN"/>
              <a:t> saved how much money?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2225" y="2516133"/>
            <a:ext cx="6170175" cy="6872735"/>
          </a:xfrm>
        </p:spPr>
        <p:txBody>
          <a:bodyPr/>
          <a:p>
            <a:endParaRPr lang="zh-CN" altLang="en-US"/>
          </a:p>
        </p:txBody>
      </p:sp>
      <p:sp>
        <p:nvSpPr>
          <p:cNvPr id="4" name="椭圆 3">
            <a:hlinkClick r:id="rId1" action="ppaction://hlinksldjump"/>
          </p:cNvPr>
          <p:cNvSpPr/>
          <p:nvPr>
            <p:custDataLst>
              <p:tags r:id="rId2"/>
            </p:custDataLst>
          </p:nvPr>
        </p:nvSpPr>
        <p:spPr>
          <a:xfrm>
            <a:off x="832485" y="4079240"/>
            <a:ext cx="584200" cy="48831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321945" y="3166745"/>
            <a:ext cx="16052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>
                <a:solidFill>
                  <a:srgbClr val="FF0000"/>
                </a:solidFill>
              </a:rPr>
              <a:t>penny</a:t>
            </a:r>
            <a:endParaRPr lang="en-US" altLang="zh-CN" sz="360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174875" y="3227070"/>
            <a:ext cx="1528445" cy="5848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600">
                <a:solidFill>
                  <a:srgbClr val="FFFF00"/>
                </a:solidFill>
              </a:rPr>
              <a:t>nickel</a:t>
            </a:r>
            <a:endParaRPr lang="en-US" altLang="zh-CN" sz="3600">
              <a:solidFill>
                <a:srgbClr val="FFFF00"/>
              </a:solidFill>
            </a:endParaRPr>
          </a:p>
        </p:txBody>
      </p:sp>
      <p:sp>
        <p:nvSpPr>
          <p:cNvPr id="7" name="椭圆 6">
            <a:hlinkClick r:id="rId5" action="ppaction://hlinksldjump"/>
          </p:cNvPr>
          <p:cNvSpPr/>
          <p:nvPr>
            <p:custDataLst>
              <p:tags r:id="rId6"/>
            </p:custDataLst>
          </p:nvPr>
        </p:nvSpPr>
        <p:spPr>
          <a:xfrm>
            <a:off x="2651125" y="4079240"/>
            <a:ext cx="584200" cy="488315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4939030" y="5284470"/>
            <a:ext cx="1918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chemeClr val="accent2"/>
                </a:solidFill>
              </a:rPr>
              <a:t>money</a:t>
            </a:r>
            <a:endParaRPr lang="en-US" altLang="zh-CN" sz="3200">
              <a:solidFill>
                <a:schemeClr val="accent2"/>
              </a:solidFill>
            </a:endParaRPr>
          </a:p>
        </p:txBody>
      </p:sp>
      <p:sp>
        <p:nvSpPr>
          <p:cNvPr id="9" name="椭圆 8">
            <a:hlinkClick r:id="rId8" action="ppaction://hlinksldjump"/>
          </p:cNvPr>
          <p:cNvSpPr/>
          <p:nvPr>
            <p:custDataLst>
              <p:tags r:id="rId9"/>
            </p:custDataLst>
          </p:nvPr>
        </p:nvSpPr>
        <p:spPr>
          <a:xfrm>
            <a:off x="5295900" y="5978525"/>
            <a:ext cx="584200" cy="488315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3959225" y="3320415"/>
            <a:ext cx="15900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chemeClr val="accent5"/>
                </a:solidFill>
              </a:rPr>
              <a:t>dime</a:t>
            </a:r>
            <a:endParaRPr lang="en-US" altLang="zh-CN" sz="3200">
              <a:solidFill>
                <a:schemeClr val="accent5"/>
              </a:solidFill>
            </a:endParaRPr>
          </a:p>
        </p:txBody>
      </p:sp>
      <p:sp>
        <p:nvSpPr>
          <p:cNvPr id="11" name="椭圆 10">
            <a:hlinkClick r:id="rId11" action="ppaction://hlinksldjump"/>
          </p:cNvPr>
          <p:cNvSpPr/>
          <p:nvPr>
            <p:custDataLst>
              <p:tags r:id="rId12"/>
            </p:custDataLst>
          </p:nvPr>
        </p:nvSpPr>
        <p:spPr>
          <a:xfrm>
            <a:off x="4074795" y="4079240"/>
            <a:ext cx="584200" cy="488315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>
            <a:hlinkClick r:id="rId13" action="ppaction://hlinksldjump"/>
          </p:cNvPr>
          <p:cNvSpPr/>
          <p:nvPr>
            <p:custDataLst>
              <p:tags r:id="rId14"/>
            </p:custDataLst>
          </p:nvPr>
        </p:nvSpPr>
        <p:spPr>
          <a:xfrm>
            <a:off x="832485" y="6158230"/>
            <a:ext cx="584200" cy="488315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>
            <a:hlinkClick r:id="rId15" action="ppaction://hlinksldjump"/>
          </p:cNvPr>
          <p:cNvSpPr/>
          <p:nvPr>
            <p:custDataLst>
              <p:tags r:id="rId16"/>
            </p:custDataLst>
          </p:nvPr>
        </p:nvSpPr>
        <p:spPr>
          <a:xfrm>
            <a:off x="5498465" y="4079240"/>
            <a:ext cx="584200" cy="48831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7"/>
            </p:custDataLst>
          </p:nvPr>
        </p:nvSpPr>
        <p:spPr>
          <a:xfrm>
            <a:off x="453390" y="5284470"/>
            <a:ext cx="18103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002060"/>
                </a:solidFill>
                <a:sym typeface="+mn-ea"/>
              </a:rPr>
              <a:t>dollars</a:t>
            </a:r>
            <a:endParaRPr lang="en-US" altLang="zh-CN" sz="3200">
              <a:solidFill>
                <a:srgbClr val="002060"/>
              </a:solidFill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18"/>
            </p:custDataLst>
          </p:nvPr>
        </p:nvSpPr>
        <p:spPr>
          <a:xfrm>
            <a:off x="5295900" y="3320415"/>
            <a:ext cx="12166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>
                <a:solidFill>
                  <a:srgbClr val="00B050"/>
                </a:solidFill>
              </a:rPr>
              <a:t>dollar</a:t>
            </a:r>
            <a:endParaRPr lang="en-US" altLang="zh-CN" sz="3200">
              <a:solidFill>
                <a:srgbClr val="00B050"/>
              </a:solidFill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 save a penny.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53770" y="1202690"/>
            <a:ext cx="5044440" cy="5431790"/>
          </a:xfrm>
          <a:prstGeom prst="rect">
            <a:avLst/>
          </a:prstGeom>
        </p:spPr>
      </p:pic>
      <p:sp>
        <p:nvSpPr>
          <p:cNvPr id="5" name="矩形 4">
            <a:hlinkClick r:id="rId2" action="ppaction://hlinksldjump"/>
          </p:cNvPr>
          <p:cNvSpPr/>
          <p:nvPr/>
        </p:nvSpPr>
        <p:spPr>
          <a:xfrm>
            <a:off x="4707890" y="9164320"/>
            <a:ext cx="2047875" cy="47053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hlinkClick r:id="rId2" action="ppaction://hlinksldjump"/>
              </a:rPr>
              <a:t>return</a:t>
            </a:r>
            <a:endParaRPr lang="en-US" altLang="zh-CN">
              <a:solidFill>
                <a:schemeClr val="bg1"/>
              </a:solidFill>
              <a:hlinkClick r:id="rId2" action="ppaction://hlinksldjump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 save a nickel.</a:t>
            </a:r>
            <a:endParaRPr lang="en-US" altLang="zh-CN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85825" y="864870"/>
            <a:ext cx="5193665" cy="5830570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4707890" y="9164320"/>
            <a:ext cx="2047875" cy="47053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hlinkClick r:id="rId2" action="ppaction://hlinksldjump"/>
              </a:rPr>
              <a:t>return</a:t>
            </a:r>
            <a:endParaRPr lang="en-US" altLang="zh-CN">
              <a:solidFill>
                <a:schemeClr val="bg1"/>
              </a:solidFill>
              <a:hlinkClick r:id="rId2" action="ppaction://hlinksldjump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I save a dime.</a:t>
            </a:r>
            <a:endParaRPr lang="en-US" altLang="zh-CN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2265" y="1061085"/>
            <a:ext cx="6042025" cy="5493385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4707890" y="9164320"/>
            <a:ext cx="2047875" cy="47053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hlinkClick r:id="rId2" action="ppaction://hlinksldjump"/>
              </a:rPr>
              <a:t>return</a:t>
            </a:r>
            <a:endParaRPr lang="en-US" altLang="zh-CN">
              <a:solidFill>
                <a:schemeClr val="bg1"/>
              </a:solidFill>
              <a:hlinkClick r:id="rId2" action="ppaction://hlinksldjump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I save a dollar.</a:t>
            </a:r>
            <a:endParaRPr lang="en-US" altLang="zh-CN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57605" y="448310"/>
            <a:ext cx="4653915" cy="27914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88690"/>
            <a:ext cx="6031230" cy="4018280"/>
          </a:xfrm>
          <a:prstGeom prst="rect">
            <a:avLst/>
          </a:prstGeom>
        </p:spPr>
      </p:pic>
      <p:sp>
        <p:nvSpPr>
          <p:cNvPr id="3" name="矩形 2">
            <a:hlinkClick r:id="rId3" action="ppaction://hlinksldjump"/>
          </p:cNvPr>
          <p:cNvSpPr/>
          <p:nvPr/>
        </p:nvSpPr>
        <p:spPr>
          <a:xfrm>
            <a:off x="4707890" y="9164320"/>
            <a:ext cx="2047875" cy="47053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hlinkClick r:id="rId3" action="ppaction://hlinksldjump"/>
              </a:rPr>
              <a:t>return</a:t>
            </a:r>
            <a:endParaRPr lang="en-US" altLang="zh-CN">
              <a:solidFill>
                <a:schemeClr val="bg1"/>
              </a:solidFill>
              <a:hlinkClick r:id="rId3" action="ppaction://hlinksldjump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Isave five dollars</a:t>
            </a:r>
            <a:r>
              <a:rPr lang="en-US" altLang="zh-CN"/>
              <a:t>.</a:t>
            </a:r>
            <a:endParaRPr lang="en-US" altLang="zh-CN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49630" y="329565"/>
            <a:ext cx="5155565" cy="33870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630" y="3950970"/>
            <a:ext cx="5063490" cy="3592830"/>
          </a:xfrm>
          <a:prstGeom prst="rect">
            <a:avLst/>
          </a:prstGeom>
        </p:spPr>
      </p:pic>
      <p:sp>
        <p:nvSpPr>
          <p:cNvPr id="3" name="矩形 2">
            <a:hlinkClick r:id="rId3" action="ppaction://hlinksldjump"/>
          </p:cNvPr>
          <p:cNvSpPr/>
          <p:nvPr/>
        </p:nvSpPr>
        <p:spPr>
          <a:xfrm>
            <a:off x="4707890" y="9164320"/>
            <a:ext cx="2047875" cy="47053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hlinkClick r:id="rId3" action="ppaction://hlinksldjump"/>
              </a:rPr>
              <a:t>return</a:t>
            </a:r>
            <a:endParaRPr lang="en-US" altLang="zh-CN">
              <a:solidFill>
                <a:schemeClr val="bg1"/>
              </a:solidFill>
              <a:hlinkClick r:id="rId3" action="ppaction://hlinksldjump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I save money.</a:t>
            </a:r>
            <a:endParaRPr lang="en-US" altLang="zh-CN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7695" y="959485"/>
            <a:ext cx="5666740" cy="5876925"/>
          </a:xfrm>
          <a:prstGeom prst="rect">
            <a:avLst/>
          </a:prstGeom>
        </p:spPr>
      </p:pic>
      <p:sp>
        <p:nvSpPr>
          <p:cNvPr id="3" name="矩形 2">
            <a:hlinkClick r:id="rId2" action="ppaction://hlinksldjump"/>
          </p:cNvPr>
          <p:cNvSpPr/>
          <p:nvPr/>
        </p:nvSpPr>
        <p:spPr>
          <a:xfrm>
            <a:off x="4707890" y="9164320"/>
            <a:ext cx="2047875" cy="47053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bg1"/>
                </a:solidFill>
                <a:hlinkClick r:id="rId2" action="ppaction://hlinksldjump"/>
              </a:rPr>
              <a:t>return</a:t>
            </a:r>
            <a:endParaRPr lang="en-US" altLang="zh-CN">
              <a:solidFill>
                <a:schemeClr val="bg1"/>
              </a:solidFill>
              <a:hlinkClick r:id="rId2" action="ppaction://hlinksldjump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DIAGRAM_VIRTUALLY_FRAME" val="{&quot;height&quot;:354.7,&quot;left&quot;:77.95,&quot;top&quot;:116.05,&quot;width&quot;:359}"/>
</p:tagLst>
</file>

<file path=ppt/tags/tag65.xml><?xml version="1.0" encoding="utf-8"?>
<p:tagLst xmlns:p="http://schemas.openxmlformats.org/presentationml/2006/main">
  <p:tag name="KSO_WM_DIAGRAM_VIRTUALLY_FRAME" val="{&quot;height&quot;:354.7,&quot;left&quot;:77.95,&quot;top&quot;:116.05,&quot;width&quot;:359}"/>
</p:tagLst>
</file>

<file path=ppt/tags/tag66.xml><?xml version="1.0" encoding="utf-8"?>
<p:tagLst xmlns:p="http://schemas.openxmlformats.org/presentationml/2006/main">
  <p:tag name="KSO_WM_DIAGRAM_VIRTUALLY_FRAME" val="{&quot;height&quot;:354.7,&quot;left&quot;:77.95,&quot;top&quot;:116.05,&quot;width&quot;:359}"/>
</p:tagLst>
</file>

<file path=ppt/tags/tag67.xml><?xml version="1.0" encoding="utf-8"?>
<p:tagLst xmlns:p="http://schemas.openxmlformats.org/presentationml/2006/main">
  <p:tag name="KSO_WM_DIAGRAM_VIRTUALLY_FRAME" val="{&quot;height&quot;:354.7,&quot;left&quot;:77.95,&quot;top&quot;:116.05,&quot;width&quot;:359}"/>
</p:tagLst>
</file>

<file path=ppt/tags/tag68.xml><?xml version="1.0" encoding="utf-8"?>
<p:tagLst xmlns:p="http://schemas.openxmlformats.org/presentationml/2006/main">
  <p:tag name="KSO_WM_DIAGRAM_VIRTUALLY_FRAME" val="{&quot;height&quot;:231,&quot;left&quot;:77.95,&quot;top&quot;:116.05,&quot;width&quot;:317.2}"/>
</p:tagLst>
</file>

<file path=ppt/tags/tag69.xml><?xml version="1.0" encoding="utf-8"?>
<p:tagLst xmlns:p="http://schemas.openxmlformats.org/presentationml/2006/main">
  <p:tag name="KSO_WM_DIAGRAM_VIRTUALLY_FRAME" val="{&quot;height&quot;:231,&quot;left&quot;:77.95,&quot;top&quot;:116.05,&quot;width&quot;:317.2}"/>
</p:tagLst>
</file>

<file path=ppt/tags/tag70.xml><?xml version="1.0" encoding="utf-8"?>
<p:tagLst xmlns:p="http://schemas.openxmlformats.org/presentationml/2006/main">
  <p:tag name="KSO_WM_DIAGRAM_VIRTUALLY_FRAME" val="{&quot;height&quot;:354.7,&quot;left&quot;:77.95,&quot;top&quot;:116.05,&quot;width&quot;:359}"/>
</p:tagLst>
</file>

<file path=ppt/tags/tag71.xml><?xml version="1.0" encoding="utf-8"?>
<p:tagLst xmlns:p="http://schemas.openxmlformats.org/presentationml/2006/main">
  <p:tag name="KSO_WM_DIAGRAM_VIRTUALLY_FRAME" val="{&quot;height&quot;:354.7,&quot;left&quot;:77.95,&quot;top&quot;:116.05,&quot;width&quot;:359}"/>
</p:tagLst>
</file>

<file path=ppt/tags/tag72.xml><?xml version="1.0" encoding="utf-8"?>
<p:tagLst xmlns:p="http://schemas.openxmlformats.org/presentationml/2006/main">
  <p:tag name="KSO_WM_DIAGRAM_VIRTUALLY_FRAME" val="{&quot;height&quot;:231,&quot;left&quot;:77.95,&quot;top&quot;:116.05,&quot;width&quot;:317.2}"/>
</p:tagLst>
</file>

<file path=ppt/tags/tag73.xml><?xml version="1.0" encoding="utf-8"?>
<p:tagLst xmlns:p="http://schemas.openxmlformats.org/presentationml/2006/main">
  <p:tag name="KSO_WM_DIAGRAM_VIRTUALLY_FRAME" val="{&quot;height&quot;:231,&quot;left&quot;:77.95,&quot;top&quot;:116.05,&quot;width&quot;:317.2}"/>
</p:tagLst>
</file>

<file path=ppt/tags/tag74.xml><?xml version="1.0" encoding="utf-8"?>
<p:tagLst xmlns:p="http://schemas.openxmlformats.org/presentationml/2006/main">
  <p:tag name="KSO_WM_DIAGRAM_VIRTUALLY_FRAME" val="{&quot;height&quot;:354.7,&quot;left&quot;:77.95,&quot;top&quot;:116.05,&quot;width&quot;:359}"/>
</p:tagLst>
</file>

<file path=ppt/tags/tag75.xml><?xml version="1.0" encoding="utf-8"?>
<p:tagLst xmlns:p="http://schemas.openxmlformats.org/presentationml/2006/main">
  <p:tag name="KSO_WM_DIAGRAM_VIRTUALLY_FRAME" val="{&quot;height&quot;:231,&quot;left&quot;:77.95,&quot;top&quot;:116.05,&quot;width&quot;:317.2}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7939,21578031,50026982],&quot;65&quot;:[20205081]}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7939,21578031,50026982],&quot;65&quot;:[20205081]}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7939,21578031,50026982],&quot;65&quot;:[20205081]}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7939,21578031,50026982],&quot;65&quot;:[20205081]}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7939,21578031,50026982],&quot;65&quot;:[20205081]}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0&quot;:[21577939,21578031,50026982],&quot;65&quot;:[20205081]}"/>
</p:tagLst>
</file>

<file path=ppt/tags/tag83.xml><?xml version="1.0" encoding="utf-8"?>
<p:tagLst xmlns:p="http://schemas.openxmlformats.org/presentationml/2006/main">
  <p:tag name="resource_record_key" val="{&quot;10&quot;:[21577939,21578031,50026982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</Words>
  <Application>WPS 演示</Application>
  <PresentationFormat>宽屏</PresentationFormat>
  <Paragraphs>40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微软雅黑</vt:lpstr>
      <vt:lpstr>WPS</vt:lpstr>
      <vt:lpstr>PowerPoint 演示文稿</vt:lpstr>
      <vt:lpstr>Click to see you saved how much money?</vt:lpstr>
      <vt:lpstr>I save a penny.</vt:lpstr>
      <vt:lpstr>I save a nickel.</vt:lpstr>
      <vt:lpstr>I save a dime.</vt:lpstr>
      <vt:lpstr>I save a dollar.</vt:lpstr>
      <vt:lpstr>Isave five dollars.</vt:lpstr>
      <vt:lpstr>I save money.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Linda.璽</cp:lastModifiedBy>
  <cp:revision>166</cp:revision>
  <dcterms:created xsi:type="dcterms:W3CDTF">2019-06-19T02:08:00Z</dcterms:created>
  <dcterms:modified xsi:type="dcterms:W3CDTF">2025-04-13T01:41:29Z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23BEE187157A4AF2845EAF4E5888F3B4_13</vt:lpwstr>
  </property>
</Properties>
</file>