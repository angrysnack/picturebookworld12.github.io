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7" r:id="rId10"/>
  </p:sldIdLst>
  <p:sldSz cx="24384000" cy="157734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8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6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76800" y="2908300"/>
            <a:ext cx="419100" cy="368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00400" y="12547600"/>
            <a:ext cx="3937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6200" y="-26670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403695" y="13456285"/>
            <a:ext cx="40659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>
                <a:hlinkClick r:id="rId3" action="ppaction://hlinksldjump"/>
              </a:rPr>
              <a:t>return</a:t>
            </a:r>
            <a:endParaRPr lang="en-US" altLang="zh-CN"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46400" y="12534900"/>
            <a:ext cx="419100" cy="330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6565" y="-34290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984085" y="13418185"/>
            <a:ext cx="3256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>
                <a:hlinkClick r:id="rId3" action="ppaction://hlinksldjump"/>
              </a:rPr>
              <a:t>return</a:t>
            </a:r>
            <a:endParaRPr lang="en-US" altLang="zh-CN"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24200" y="12534900"/>
            <a:ext cx="495300" cy="4318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472400" y="13811885"/>
            <a:ext cx="34544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>
                <a:hlinkClick r:id="rId3" action="ppaction://hlinksldjump"/>
              </a:rPr>
              <a:t>return</a:t>
            </a:r>
            <a:endParaRPr lang="en-US" altLang="zh-CN" sz="6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22600" y="12534900"/>
            <a:ext cx="4318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76540" y="13575030"/>
            <a:ext cx="35788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>
                <a:hlinkClick r:id="rId3" action="ppaction://hlinksldjump"/>
              </a:rPr>
              <a:t>return</a:t>
            </a:r>
            <a:endParaRPr lang="en-US" altLang="zh-CN" sz="6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200400" y="12573000"/>
            <a:ext cx="4191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754340" y="13441680"/>
            <a:ext cx="3858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984500" y="12573000"/>
            <a:ext cx="457200" cy="3810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702145" y="13471525"/>
            <a:ext cx="61296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H="1">
            <a:off x="-78740" y="274955"/>
            <a:ext cx="535940" cy="316865"/>
          </a:xfrm>
        </p:spPr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108585" cy="469265"/>
          </a:xfrm>
        </p:spPr>
        <p:txBody>
          <a:bodyPr/>
          <a:p>
            <a:endParaRPr lang="zh-CN" altLang="en-US"/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5715000" y="1714500"/>
            <a:ext cx="1478280" cy="1440180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8839200" y="1562100"/>
            <a:ext cx="1478280" cy="14401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12268200" y="1638300"/>
            <a:ext cx="1478280" cy="1440180"/>
          </a:xfrm>
          <a:prstGeom prst="ellipse">
            <a:avLst/>
          </a:prstGeom>
          <a:solidFill>
            <a:srgbClr val="7030A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8763000" y="5905500"/>
            <a:ext cx="1478280" cy="144018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16306800" y="1790700"/>
            <a:ext cx="1478280" cy="144018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6" action="ppaction://hlinksldjump"/>
          </p:cNvPr>
          <p:cNvSpPr/>
          <p:nvPr/>
        </p:nvSpPr>
        <p:spPr>
          <a:xfrm>
            <a:off x="12954000" y="6134100"/>
            <a:ext cx="1478280" cy="1440180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67400" y="3695700"/>
            <a:ext cx="33540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/>
              <a:t>s</a:t>
            </a:r>
            <a:r>
              <a:rPr lang="en-US" altLang="zh-CN" sz="4400">
                <a:sym typeface="+mn-ea"/>
              </a:rPr>
              <a:t>wing</a:t>
            </a:r>
            <a:endParaRPr lang="en-US" altLang="zh-CN" sz="4400"/>
          </a:p>
        </p:txBody>
      </p:sp>
      <p:sp>
        <p:nvSpPr>
          <p:cNvPr id="13" name="文本框 12"/>
          <p:cNvSpPr txBox="1"/>
          <p:nvPr/>
        </p:nvSpPr>
        <p:spPr>
          <a:xfrm>
            <a:off x="8886825" y="3788410"/>
            <a:ext cx="20859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fence</a:t>
            </a:r>
            <a:endParaRPr lang="en-US" altLang="zh-CN" sz="4000"/>
          </a:p>
        </p:txBody>
      </p:sp>
      <p:sp>
        <p:nvSpPr>
          <p:cNvPr id="14" name="文本框 13"/>
          <p:cNvSpPr txBox="1"/>
          <p:nvPr/>
        </p:nvSpPr>
        <p:spPr>
          <a:xfrm>
            <a:off x="12420600" y="3788410"/>
            <a:ext cx="32378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hose</a:t>
            </a:r>
            <a:endParaRPr lang="en-US" altLang="zh-CN" sz="4000"/>
          </a:p>
        </p:txBody>
      </p:sp>
      <p:sp>
        <p:nvSpPr>
          <p:cNvPr id="15" name="文本框 14"/>
          <p:cNvSpPr txBox="1"/>
          <p:nvPr/>
        </p:nvSpPr>
        <p:spPr>
          <a:xfrm>
            <a:off x="16383000" y="3757295"/>
            <a:ext cx="3385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shoes</a:t>
            </a:r>
            <a:endParaRPr lang="en-US" altLang="zh-CN" sz="4000"/>
          </a:p>
        </p:txBody>
      </p:sp>
      <p:sp>
        <p:nvSpPr>
          <p:cNvPr id="16" name="文本框 15"/>
          <p:cNvSpPr txBox="1"/>
          <p:nvPr/>
        </p:nvSpPr>
        <p:spPr>
          <a:xfrm>
            <a:off x="8839200" y="7734300"/>
            <a:ext cx="3230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grass</a:t>
            </a:r>
            <a:endParaRPr lang="en-US" altLang="zh-CN" sz="4000"/>
          </a:p>
        </p:txBody>
      </p:sp>
      <p:sp>
        <p:nvSpPr>
          <p:cNvPr id="17" name="文本框 16"/>
          <p:cNvSpPr txBox="1"/>
          <p:nvPr/>
        </p:nvSpPr>
        <p:spPr>
          <a:xfrm>
            <a:off x="13258800" y="7862570"/>
            <a:ext cx="2113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door</a:t>
            </a:r>
            <a:endParaRPr lang="en-US" altLang="zh-CN" sz="3600"/>
          </a:p>
        </p:txBody>
      </p:sp>
      <p:sp>
        <p:nvSpPr>
          <p:cNvPr id="18" name="文本框 17"/>
          <p:cNvSpPr txBox="1"/>
          <p:nvPr/>
        </p:nvSpPr>
        <p:spPr>
          <a:xfrm>
            <a:off x="5791200" y="9029700"/>
            <a:ext cx="12192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演示</Application>
  <PresentationFormat>On-screen Show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2025-04-17T03:33:30Z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F54B71C067B54193A45A31166F3B61A4_12</vt:lpwstr>
  </property>
  <property fmtid="{D5CDD505-2E9C-101B-9397-08002B2CF9AE}" pid="3" name="KSOProductBuildVer">
    <vt:lpwstr>2052-12.1.0.20784</vt:lpwstr>
  </property>
</Properties>
</file>