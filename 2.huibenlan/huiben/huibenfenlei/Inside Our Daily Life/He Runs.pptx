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3"/>
    <p:sldId id="267" r:id="rId4"/>
    <p:sldId id="258" r:id="rId6"/>
    <p:sldId id="259" r:id="rId7"/>
    <p:sldId id="261" r:id="rId8"/>
    <p:sldId id="262" r:id="rId9"/>
    <p:sldId id="263" r:id="rId10"/>
    <p:sldId id="264" r:id="rId11"/>
    <p:sldId id="265" r:id="rId12"/>
    <p:sldId id="266" r:id="rId13"/>
  </p:sldIdLst>
  <p:sldSz cx="6929755" cy="12192635"/>
  <p:notesSz cx="6858000" cy="9144000"/>
  <p:custDataLst>
    <p:tags r:id="rId1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40" userDrawn="1">
          <p15:clr>
            <a:srgbClr val="A4A3A4"/>
          </p15:clr>
        </p15:guide>
        <p15:guide id="2" pos="218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3840"/>
        <p:guide pos="2186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gs" Target="tags/tag73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552008" y="1143000"/>
            <a:ext cx="1753984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681405" y="1625760"/>
            <a:ext cx="5569920" cy="457005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4545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681405" y="6330223"/>
            <a:ext cx="5569920" cy="2617858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1820" spc="200"/>
            </a:lvl1pPr>
            <a:lvl2pPr marL="346710" indent="0" algn="ctr">
              <a:buNone/>
              <a:defRPr sz="1515"/>
            </a:lvl2pPr>
            <a:lvl3pPr marL="692785" indent="0" algn="ctr">
              <a:buNone/>
              <a:defRPr sz="1365"/>
            </a:lvl3pPr>
            <a:lvl4pPr marL="1039495" indent="0" algn="ctr">
              <a:buNone/>
              <a:defRPr sz="1215"/>
            </a:lvl4pPr>
            <a:lvl5pPr marL="1386205" indent="0" algn="ctr">
              <a:buNone/>
              <a:defRPr sz="1215"/>
            </a:lvl5pPr>
            <a:lvl6pPr marL="1732280" indent="0" algn="ctr">
              <a:buNone/>
              <a:defRPr sz="1215"/>
            </a:lvl6pPr>
            <a:lvl7pPr marL="2078990" indent="0" algn="ctr">
              <a:buNone/>
              <a:defRPr sz="1215"/>
            </a:lvl7pPr>
            <a:lvl8pPr marL="2425700" indent="0" algn="ctr">
              <a:buNone/>
              <a:defRPr sz="1215"/>
            </a:lvl8pPr>
            <a:lvl9pPr marL="2771775" indent="0" algn="ctr">
              <a:buNone/>
              <a:defRPr sz="1215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5818" y="1081707"/>
            <a:ext cx="6234954" cy="125452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345818" y="2649861"/>
            <a:ext cx="6234954" cy="8461633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131582" y="6842274"/>
            <a:ext cx="4415829" cy="1363334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3335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131582" y="8205608"/>
            <a:ext cx="4415829" cy="1542552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36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6710" indent="0">
              <a:buNone/>
              <a:defRPr sz="1215">
                <a:solidFill>
                  <a:schemeClr val="tx1">
                    <a:tint val="75000"/>
                  </a:schemeClr>
                </a:solidFill>
              </a:defRPr>
            </a:lvl2pPr>
            <a:lvl3pPr marL="692785" indent="0">
              <a:buNone/>
              <a:defRPr sz="1215">
                <a:solidFill>
                  <a:schemeClr val="tx1">
                    <a:tint val="75000"/>
                  </a:schemeClr>
                </a:solidFill>
              </a:defRPr>
            </a:lvl3pPr>
            <a:lvl4pPr marL="1039495" indent="0">
              <a:buNone/>
              <a:defRPr sz="1215">
                <a:solidFill>
                  <a:schemeClr val="tx1">
                    <a:tint val="75000"/>
                  </a:schemeClr>
                </a:solidFill>
              </a:defRPr>
            </a:lvl4pPr>
            <a:lvl5pPr marL="1386205" indent="0">
              <a:buNone/>
              <a:defRPr sz="1215">
                <a:solidFill>
                  <a:schemeClr val="tx1">
                    <a:tint val="75000"/>
                  </a:schemeClr>
                </a:solidFill>
              </a:defRPr>
            </a:lvl5pPr>
            <a:lvl6pPr marL="1732280" indent="0">
              <a:buNone/>
              <a:defRPr sz="1215">
                <a:solidFill>
                  <a:schemeClr val="tx1">
                    <a:tint val="75000"/>
                  </a:schemeClr>
                </a:solidFill>
              </a:defRPr>
            </a:lvl6pPr>
            <a:lvl7pPr marL="2078990" indent="0">
              <a:buNone/>
              <a:defRPr sz="1215">
                <a:solidFill>
                  <a:schemeClr val="tx1">
                    <a:tint val="75000"/>
                  </a:schemeClr>
                </a:solidFill>
              </a:defRPr>
            </a:lvl7pPr>
            <a:lvl8pPr marL="2425700" indent="0">
              <a:buNone/>
              <a:defRPr sz="1215">
                <a:solidFill>
                  <a:schemeClr val="tx1">
                    <a:tint val="75000"/>
                  </a:schemeClr>
                </a:solidFill>
              </a:defRPr>
            </a:lvl8pPr>
            <a:lvl9pPr marL="2771775" indent="0">
              <a:buNone/>
              <a:defRPr sz="121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5818" y="1081707"/>
            <a:ext cx="6234954" cy="125452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345818" y="2669063"/>
            <a:ext cx="2942522" cy="8442431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3644389" y="2669063"/>
            <a:ext cx="2942522" cy="8442431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5818" y="1081707"/>
            <a:ext cx="6234954" cy="125452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345818" y="2541050"/>
            <a:ext cx="3036650" cy="678467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515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6710" indent="0">
              <a:buNone/>
              <a:defRPr sz="1515" b="1"/>
            </a:lvl2pPr>
            <a:lvl3pPr marL="692785" indent="0">
              <a:buNone/>
              <a:defRPr sz="1365" b="1"/>
            </a:lvl3pPr>
            <a:lvl4pPr marL="1039495" indent="0">
              <a:buNone/>
              <a:defRPr sz="1215" b="1"/>
            </a:lvl4pPr>
            <a:lvl5pPr marL="1386205" indent="0">
              <a:buNone/>
              <a:defRPr sz="1215" b="1"/>
            </a:lvl5pPr>
            <a:lvl6pPr marL="1732280" indent="0">
              <a:buNone/>
              <a:defRPr sz="1215" b="1"/>
            </a:lvl6pPr>
            <a:lvl7pPr marL="2078990" indent="0">
              <a:buNone/>
              <a:defRPr sz="1215" b="1"/>
            </a:lvl7pPr>
            <a:lvl8pPr marL="2425700" indent="0">
              <a:buNone/>
              <a:defRPr sz="1215" b="1"/>
            </a:lvl8pPr>
            <a:lvl9pPr marL="2771775" indent="0">
              <a:buNone/>
              <a:defRPr sz="1215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345818" y="3296325"/>
            <a:ext cx="3036650" cy="7815169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3544435" y="2527767"/>
            <a:ext cx="3036650" cy="678467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515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6710" indent="0">
              <a:buNone/>
              <a:defRPr sz="1515" b="1"/>
            </a:lvl2pPr>
            <a:lvl3pPr marL="692785" indent="0">
              <a:buNone/>
              <a:defRPr sz="1365" b="1"/>
            </a:lvl3pPr>
            <a:lvl4pPr marL="1039495" indent="0">
              <a:buNone/>
              <a:defRPr sz="1215" b="1"/>
            </a:lvl4pPr>
            <a:lvl5pPr marL="1386205" indent="0">
              <a:buNone/>
              <a:defRPr sz="1215" b="1"/>
            </a:lvl5pPr>
            <a:lvl6pPr marL="1732280" indent="0">
              <a:buNone/>
              <a:defRPr sz="1215" b="1"/>
            </a:lvl6pPr>
            <a:lvl7pPr marL="2078990" indent="0">
              <a:buNone/>
              <a:defRPr sz="1215" b="1"/>
            </a:lvl7pPr>
            <a:lvl8pPr marL="2425700" indent="0">
              <a:buNone/>
              <a:defRPr sz="1215" b="1"/>
            </a:lvl8pPr>
            <a:lvl9pPr marL="2771775" indent="0">
              <a:buNone/>
              <a:defRPr sz="1215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3544435" y="3296325"/>
            <a:ext cx="3036650" cy="7815169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5818" y="1081707"/>
            <a:ext cx="6234954" cy="125452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345818" y="2765072"/>
            <a:ext cx="2974510" cy="8192807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215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3609603" y="2765072"/>
            <a:ext cx="2971170" cy="8192807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215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5817517" y="1625760"/>
            <a:ext cx="593415" cy="894168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12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519750" y="1625760"/>
            <a:ext cx="5211824" cy="8941680"/>
          </a:xfrm>
        </p:spPr>
        <p:txBody>
          <a:bodyPr vert="eaVert" lIns="46800" tIns="46800" rIns="46800" bIns="46800"/>
          <a:lstStyle>
            <a:lvl1pPr marL="173355" indent="-173355">
              <a:spcAft>
                <a:spcPts val="1000"/>
              </a:spcAft>
              <a:defRPr spc="300"/>
            </a:lvl1pPr>
            <a:lvl2pPr marL="520065" indent="-173355">
              <a:defRPr spc="300"/>
            </a:lvl2pPr>
            <a:lvl3pPr marL="866140" indent="-173355">
              <a:defRPr spc="300"/>
            </a:lvl3pPr>
            <a:lvl4pPr marL="1212850" indent="-173355">
              <a:defRPr spc="300"/>
            </a:lvl4pPr>
            <a:lvl5pPr marL="1559560" indent="-173355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345818" y="1376135"/>
            <a:ext cx="6237001" cy="974816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681405" y="4416435"/>
            <a:ext cx="5569920" cy="1811378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4545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681405" y="6330223"/>
            <a:ext cx="5569920" cy="838483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182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345818" y="1081707"/>
            <a:ext cx="6234954" cy="1254524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345818" y="2649861"/>
            <a:ext cx="6234954" cy="8461633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347864" y="11226705"/>
            <a:ext cx="1534695" cy="5632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76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2339557" y="11226705"/>
            <a:ext cx="2250886" cy="5632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76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5046077" y="11226705"/>
            <a:ext cx="1534695" cy="5632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76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92785" rtl="0" eaLnBrk="1" fontAlgn="auto" latinLnBrk="0" hangingPunct="1">
        <a:lnSpc>
          <a:spcPct val="100000"/>
        </a:lnSpc>
        <a:spcBef>
          <a:spcPct val="0"/>
        </a:spcBef>
        <a:buNone/>
        <a:defRPr sz="273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173355" indent="-173355" algn="l" defTabSz="692785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36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520065" indent="-173355" algn="l" defTabSz="692785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219835" algn="l"/>
          <a:tab pos="1219835" algn="l"/>
          <a:tab pos="1219835" algn="l"/>
          <a:tab pos="1219835" algn="l"/>
        </a:tabLst>
        <a:defRPr sz="121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866140" indent="-173355" algn="l" defTabSz="692785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21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212850" indent="-173355" algn="l" defTabSz="692785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06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1559560" indent="-173355" algn="l" defTabSz="692785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06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1905635" indent="-173355" algn="l" defTabSz="692785" rtl="0" eaLnBrk="1" latinLnBrk="0" hangingPunct="1">
        <a:lnSpc>
          <a:spcPct val="90000"/>
        </a:lnSpc>
        <a:spcBef>
          <a:spcPct val="76000"/>
        </a:spcBef>
        <a:buFont typeface="Arial" panose="020B0604020202020204" pitchFamily="34" charset="0"/>
        <a:buChar char="•"/>
        <a:defRPr sz="1365" kern="1200">
          <a:solidFill>
            <a:schemeClr val="tx1"/>
          </a:solidFill>
          <a:latin typeface="+mn-lt"/>
          <a:ea typeface="+mn-ea"/>
          <a:cs typeface="+mn-cs"/>
        </a:defRPr>
      </a:lvl6pPr>
      <a:lvl7pPr marL="2252345" indent="-173355" algn="l" defTabSz="692785" rtl="0" eaLnBrk="1" latinLnBrk="0" hangingPunct="1">
        <a:lnSpc>
          <a:spcPct val="90000"/>
        </a:lnSpc>
        <a:spcBef>
          <a:spcPct val="76000"/>
        </a:spcBef>
        <a:buFont typeface="Arial" panose="020B0604020202020204" pitchFamily="34" charset="0"/>
        <a:buChar char="•"/>
        <a:defRPr sz="1365" kern="1200">
          <a:solidFill>
            <a:schemeClr val="tx1"/>
          </a:solidFill>
          <a:latin typeface="+mn-lt"/>
          <a:ea typeface="+mn-ea"/>
          <a:cs typeface="+mn-cs"/>
        </a:defRPr>
      </a:lvl7pPr>
      <a:lvl8pPr marL="2599055" indent="-173355" algn="l" defTabSz="692785" rtl="0" eaLnBrk="1" latinLnBrk="0" hangingPunct="1">
        <a:lnSpc>
          <a:spcPct val="90000"/>
        </a:lnSpc>
        <a:spcBef>
          <a:spcPct val="76000"/>
        </a:spcBef>
        <a:buFont typeface="Arial" panose="020B0604020202020204" pitchFamily="34" charset="0"/>
        <a:buChar char="•"/>
        <a:defRPr sz="1365" kern="1200">
          <a:solidFill>
            <a:schemeClr val="tx1"/>
          </a:solidFill>
          <a:latin typeface="+mn-lt"/>
          <a:ea typeface="+mn-ea"/>
          <a:cs typeface="+mn-cs"/>
        </a:defRPr>
      </a:lvl8pPr>
      <a:lvl9pPr marL="2945130" indent="-173355" algn="l" defTabSz="692785" rtl="0" eaLnBrk="1" latinLnBrk="0" hangingPunct="1">
        <a:lnSpc>
          <a:spcPct val="90000"/>
        </a:lnSpc>
        <a:spcBef>
          <a:spcPct val="76000"/>
        </a:spcBef>
        <a:buFont typeface="Arial" panose="020B0604020202020204" pitchFamily="34" charset="0"/>
        <a:buChar char="•"/>
        <a:defRPr sz="13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92785" rtl="0" eaLnBrk="1" latinLnBrk="0" hangingPunct="1">
        <a:defRPr sz="1365" kern="1200">
          <a:solidFill>
            <a:schemeClr val="tx1"/>
          </a:solidFill>
          <a:latin typeface="+mn-lt"/>
          <a:ea typeface="+mn-ea"/>
          <a:cs typeface="+mn-cs"/>
        </a:defRPr>
      </a:lvl1pPr>
      <a:lvl2pPr marL="346710" algn="l" defTabSz="692785" rtl="0" eaLnBrk="1" latinLnBrk="0" hangingPunct="1">
        <a:defRPr sz="1365" kern="1200">
          <a:solidFill>
            <a:schemeClr val="tx1"/>
          </a:solidFill>
          <a:latin typeface="+mn-lt"/>
          <a:ea typeface="+mn-ea"/>
          <a:cs typeface="+mn-cs"/>
        </a:defRPr>
      </a:lvl2pPr>
      <a:lvl3pPr marL="692785" algn="l" defTabSz="692785" rtl="0" eaLnBrk="1" latinLnBrk="0" hangingPunct="1">
        <a:defRPr sz="1365" kern="1200">
          <a:solidFill>
            <a:schemeClr val="tx1"/>
          </a:solidFill>
          <a:latin typeface="+mn-lt"/>
          <a:ea typeface="+mn-ea"/>
          <a:cs typeface="+mn-cs"/>
        </a:defRPr>
      </a:lvl3pPr>
      <a:lvl4pPr marL="1039495" algn="l" defTabSz="692785" rtl="0" eaLnBrk="1" latinLnBrk="0" hangingPunct="1">
        <a:defRPr sz="1365" kern="1200">
          <a:solidFill>
            <a:schemeClr val="tx1"/>
          </a:solidFill>
          <a:latin typeface="+mn-lt"/>
          <a:ea typeface="+mn-ea"/>
          <a:cs typeface="+mn-cs"/>
        </a:defRPr>
      </a:lvl4pPr>
      <a:lvl5pPr marL="1386205" algn="l" defTabSz="692785" rtl="0" eaLnBrk="1" latinLnBrk="0" hangingPunct="1">
        <a:defRPr sz="1365" kern="1200">
          <a:solidFill>
            <a:schemeClr val="tx1"/>
          </a:solidFill>
          <a:latin typeface="+mn-lt"/>
          <a:ea typeface="+mn-ea"/>
          <a:cs typeface="+mn-cs"/>
        </a:defRPr>
      </a:lvl5pPr>
      <a:lvl6pPr marL="1732280" algn="l" defTabSz="692785" rtl="0" eaLnBrk="1" latinLnBrk="0" hangingPunct="1">
        <a:defRPr sz="1365" kern="1200">
          <a:solidFill>
            <a:schemeClr val="tx1"/>
          </a:solidFill>
          <a:latin typeface="+mn-lt"/>
          <a:ea typeface="+mn-ea"/>
          <a:cs typeface="+mn-cs"/>
        </a:defRPr>
      </a:lvl6pPr>
      <a:lvl7pPr marL="2078990" algn="l" defTabSz="692785" rtl="0" eaLnBrk="1" latinLnBrk="0" hangingPunct="1">
        <a:defRPr sz="1365" kern="1200">
          <a:solidFill>
            <a:schemeClr val="tx1"/>
          </a:solidFill>
          <a:latin typeface="+mn-lt"/>
          <a:ea typeface="+mn-ea"/>
          <a:cs typeface="+mn-cs"/>
        </a:defRPr>
      </a:lvl7pPr>
      <a:lvl8pPr marL="2425700" algn="l" defTabSz="692785" rtl="0" eaLnBrk="1" latinLnBrk="0" hangingPunct="1">
        <a:defRPr sz="1365" kern="1200">
          <a:solidFill>
            <a:schemeClr val="tx1"/>
          </a:solidFill>
          <a:latin typeface="+mn-lt"/>
          <a:ea typeface="+mn-ea"/>
          <a:cs typeface="+mn-cs"/>
        </a:defRPr>
      </a:lvl8pPr>
      <a:lvl9pPr marL="2771775" algn="l" defTabSz="692785" rtl="0" eaLnBrk="1" latinLnBrk="0" hangingPunct="1">
        <a:defRPr sz="136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63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64.xml"/><Relationship Id="rId8" Type="http://schemas.openxmlformats.org/officeDocument/2006/relationships/slide" Target="slide8.xml"/><Relationship Id="rId7" Type="http://schemas.openxmlformats.org/officeDocument/2006/relationships/slide" Target="slide10.xml"/><Relationship Id="rId6" Type="http://schemas.openxmlformats.org/officeDocument/2006/relationships/slide" Target="slide9.xml"/><Relationship Id="rId5" Type="http://schemas.openxmlformats.org/officeDocument/2006/relationships/slide" Target="slide4.xml"/><Relationship Id="rId4" Type="http://schemas.openxmlformats.org/officeDocument/2006/relationships/slide" Target="slide7.xml"/><Relationship Id="rId3" Type="http://schemas.openxmlformats.org/officeDocument/2006/relationships/slide" Target="slide3.xml"/><Relationship Id="rId2" Type="http://schemas.openxmlformats.org/officeDocument/2006/relationships/slide" Target="slide6.xml"/><Relationship Id="rId11" Type="http://schemas.openxmlformats.org/officeDocument/2006/relationships/notesSlide" Target="../notesSlides/notesSlide1.xml"/><Relationship Id="rId10" Type="http://schemas.openxmlformats.org/officeDocument/2006/relationships/slideLayout" Target="../slideLayouts/slideLayout2.xml"/><Relationship Id="rId1" Type="http://schemas.openxmlformats.org/officeDocument/2006/relationships/slide" Target="slide5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tags" Target="../tags/tag65.xml"/><Relationship Id="rId2" Type="http://schemas.openxmlformats.org/officeDocument/2006/relationships/slide" Target="slide2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tags" Target="../tags/tag66.xml"/><Relationship Id="rId2" Type="http://schemas.openxmlformats.org/officeDocument/2006/relationships/slide" Target="slide2.xml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tags" Target="../tags/tag67.xml"/><Relationship Id="rId2" Type="http://schemas.openxmlformats.org/officeDocument/2006/relationships/slide" Target="slide2.xml"/><Relationship Id="rId1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tags" Target="../tags/tag68.xml"/><Relationship Id="rId2" Type="http://schemas.openxmlformats.org/officeDocument/2006/relationships/slide" Target="slide2.xml"/><Relationship Id="rId1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tags" Target="../tags/tag69.xml"/><Relationship Id="rId2" Type="http://schemas.openxmlformats.org/officeDocument/2006/relationships/slide" Target="slide2.xml"/><Relationship Id="rId1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tags" Target="../tags/tag70.xml"/><Relationship Id="rId2" Type="http://schemas.openxmlformats.org/officeDocument/2006/relationships/slide" Target="slide2.xml"/><Relationship Id="rId1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tags" Target="../tags/tag71.xml"/><Relationship Id="rId2" Type="http://schemas.openxmlformats.org/officeDocument/2006/relationships/slide" Target="slide2.xml"/><Relationship Id="rId1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tags" Target="../tags/tag72.xml"/><Relationship Id="rId2" Type="http://schemas.openxmlformats.org/officeDocument/2006/relationships/slide" Target="slide2.xml"/><Relationship Id="rId1" Type="http://schemas.openxmlformats.org/officeDocument/2006/relationships/image" Target="../media/image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e19ab4c2b8f30cf682fa2b862eebeab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99085"/>
            <a:ext cx="6930390" cy="108331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Click to see where he has gone.</a:t>
            </a:r>
            <a:endParaRPr lang="en-US" altLang="zh-CN"/>
          </a:p>
        </p:txBody>
      </p:sp>
      <p:sp>
        <p:nvSpPr>
          <p:cNvPr id="4" name="椭圆 3">
            <a:hlinkClick r:id="rId1" action="ppaction://hlinksldjump"/>
          </p:cNvPr>
          <p:cNvSpPr/>
          <p:nvPr/>
        </p:nvSpPr>
        <p:spPr>
          <a:xfrm>
            <a:off x="2431415" y="4192270"/>
            <a:ext cx="633730" cy="651510"/>
          </a:xfrm>
          <a:prstGeom prst="ellipse">
            <a:avLst/>
          </a:prstGeom>
          <a:gradFill>
            <a:gsLst>
              <a:gs pos="0">
                <a:srgbClr val="D7F0FC"/>
              </a:gs>
              <a:gs pos="52000">
                <a:srgbClr val="FFEFDE"/>
              </a:gs>
              <a:gs pos="100000">
                <a:srgbClr val="FFDCFC"/>
              </a:gs>
            </a:gsLst>
            <a:lin ang="5400000" scaled="1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椭圆 4">
            <a:hlinkClick r:id="rId2" action="ppaction://hlinksldjump"/>
          </p:cNvPr>
          <p:cNvSpPr/>
          <p:nvPr/>
        </p:nvSpPr>
        <p:spPr>
          <a:xfrm>
            <a:off x="888365" y="5599430"/>
            <a:ext cx="582295" cy="613410"/>
          </a:xfrm>
          <a:prstGeom prst="ellipse">
            <a:avLst/>
          </a:prstGeom>
          <a:gradFill>
            <a:gsLst>
              <a:gs pos="51300">
                <a:srgbClr val="FE5F4A"/>
              </a:gs>
              <a:gs pos="0">
                <a:srgbClr val="DF0303"/>
              </a:gs>
              <a:gs pos="100000">
                <a:srgbClr val="FEA06E"/>
              </a:gs>
            </a:gsLst>
            <a:lin ang="5400000" scaled="1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椭圆 5">
            <a:hlinkClick r:id="rId3" action="ppaction://hlinksldjump"/>
          </p:cNvPr>
          <p:cNvSpPr/>
          <p:nvPr/>
        </p:nvSpPr>
        <p:spPr>
          <a:xfrm>
            <a:off x="4164330" y="4435475"/>
            <a:ext cx="897255" cy="880745"/>
          </a:xfrm>
          <a:prstGeom prst="ellipse">
            <a:avLst/>
          </a:prstGeom>
          <a:gradFill>
            <a:gsLst>
              <a:gs pos="50000">
                <a:schemeClr val="accent3"/>
              </a:gs>
              <a:gs pos="0">
                <a:schemeClr val="accent3">
                  <a:lumMod val="25000"/>
                  <a:lumOff val="75000"/>
                </a:schemeClr>
              </a:gs>
              <a:gs pos="100000">
                <a:schemeClr val="accent3">
                  <a:lumMod val="85000"/>
                </a:schemeClr>
              </a:gs>
            </a:gsLst>
            <a:lin ang="5400000" scaled="1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椭圆 6">
            <a:hlinkClick r:id="rId4" action="ppaction://hlinksldjump"/>
          </p:cNvPr>
          <p:cNvSpPr/>
          <p:nvPr/>
        </p:nvSpPr>
        <p:spPr>
          <a:xfrm>
            <a:off x="1031240" y="7272655"/>
            <a:ext cx="645160" cy="723900"/>
          </a:xfrm>
          <a:prstGeom prst="ellipse">
            <a:avLst/>
          </a:prstGeom>
          <a:gradFill>
            <a:gsLst>
              <a:gs pos="50000">
                <a:srgbClr val="1F5FBF"/>
              </a:gs>
              <a:gs pos="0">
                <a:srgbClr val="1486CB"/>
              </a:gs>
              <a:gs pos="100000">
                <a:srgbClr val="2A34B2"/>
              </a:gs>
            </a:gsLst>
            <a:lin ang="5400000" scaled="1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椭圆 7">
            <a:hlinkClick r:id="rId5" action="ppaction://hlinksldjump"/>
          </p:cNvPr>
          <p:cNvSpPr/>
          <p:nvPr/>
        </p:nvSpPr>
        <p:spPr>
          <a:xfrm>
            <a:off x="5061585" y="6056630"/>
            <a:ext cx="708025" cy="629285"/>
          </a:xfrm>
          <a:prstGeom prst="ellipse">
            <a:avLst/>
          </a:prstGeom>
          <a:gradFill>
            <a:gsLst>
              <a:gs pos="50000">
                <a:schemeClr val="accent5"/>
              </a:gs>
              <a:gs pos="0">
                <a:schemeClr val="accent5">
                  <a:lumMod val="25000"/>
                  <a:lumOff val="75000"/>
                </a:schemeClr>
              </a:gs>
              <a:gs pos="100000">
                <a:schemeClr val="accent5">
                  <a:lumMod val="85000"/>
                </a:schemeClr>
              </a:gs>
            </a:gsLst>
            <a:lin ang="5400000" scaled="1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椭圆 8">
            <a:hlinkClick r:id="rId6" action="ppaction://hlinksldjump"/>
          </p:cNvPr>
          <p:cNvSpPr/>
          <p:nvPr/>
        </p:nvSpPr>
        <p:spPr>
          <a:xfrm>
            <a:off x="5403215" y="7426325"/>
            <a:ext cx="629285" cy="739140"/>
          </a:xfrm>
          <a:prstGeom prst="ellipse">
            <a:avLst/>
          </a:prstGeom>
          <a:gradFill>
            <a:gsLst>
              <a:gs pos="25000">
                <a:srgbClr val="FF566A"/>
              </a:gs>
              <a:gs pos="75000">
                <a:srgbClr val="F6AABA"/>
              </a:gs>
              <a:gs pos="0">
                <a:srgbClr val="EB3A48"/>
              </a:gs>
              <a:gs pos="100000">
                <a:srgbClr val="FFCFD9"/>
              </a:gs>
            </a:gsLst>
            <a:lin ang="18900000" scaled="1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椭圆 9">
            <a:hlinkClick r:id="rId7" action="ppaction://hlinksldjump"/>
          </p:cNvPr>
          <p:cNvSpPr/>
          <p:nvPr/>
        </p:nvSpPr>
        <p:spPr>
          <a:xfrm>
            <a:off x="2031365" y="8522335"/>
            <a:ext cx="833120" cy="817880"/>
          </a:xfrm>
          <a:prstGeom prst="ellipse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53000">
                <a:schemeClr val="bg1">
                  <a:lumMod val="8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1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椭圆 10">
            <a:hlinkClick r:id="rId8" action="ppaction://hlinksldjump"/>
          </p:cNvPr>
          <p:cNvSpPr/>
          <p:nvPr/>
        </p:nvSpPr>
        <p:spPr>
          <a:xfrm>
            <a:off x="4164330" y="8636635"/>
            <a:ext cx="456565" cy="408940"/>
          </a:xfrm>
          <a:prstGeom prst="ellipse">
            <a:avLst/>
          </a:prstGeom>
          <a:gradFill>
            <a:gsLst>
              <a:gs pos="100000">
                <a:srgbClr val="F5C5D6"/>
              </a:gs>
              <a:gs pos="0">
                <a:srgbClr val="9A97EF"/>
              </a:gs>
            </a:gsLst>
            <a:lin ang="2700000" scaled="1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4164330" y="3805555"/>
            <a:ext cx="1113790" cy="6140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3200" b="1">
                <a:solidFill>
                  <a:schemeClr val="accent3">
                    <a:lumMod val="75000"/>
                  </a:schemeClr>
                </a:solidFill>
              </a:rPr>
              <a:t>bus</a:t>
            </a:r>
            <a:endParaRPr lang="en-US" altLang="zh-CN" sz="3200" b="1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947920" y="5599430"/>
            <a:ext cx="23101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>
                <a:gradFill>
                  <a:gsLst>
                    <a:gs pos="0">
                      <a:srgbClr val="CFF9AE"/>
                    </a:gs>
                    <a:gs pos="90000">
                      <a:srgbClr val="49E7CE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</a:rPr>
              <a:t>train</a:t>
            </a:r>
            <a:endParaRPr lang="en-US" altLang="zh-CN" sz="3200" b="1">
              <a:gradFill>
                <a:gsLst>
                  <a:gs pos="0">
                    <a:srgbClr val="CFF9AE"/>
                  </a:gs>
                  <a:gs pos="90000">
                    <a:srgbClr val="49E7CE"/>
                  </a:gs>
                </a:gsLst>
                <a:path path="circle">
                  <a:fillToRect l="100000" t="100000"/>
                </a:path>
                <a:tileRect r="-100000" b="-100000"/>
              </a:gra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2231390" y="3611880"/>
            <a:ext cx="1419225" cy="3987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3200" b="1">
                <a:solidFill>
                  <a:schemeClr val="accent6">
                    <a:lumMod val="75000"/>
                  </a:schemeClr>
                </a:solidFill>
              </a:rPr>
              <a:t>boat</a:t>
            </a:r>
            <a:endParaRPr lang="en-US" altLang="zh-CN" sz="3200" b="1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27685" y="5099050"/>
            <a:ext cx="1303655" cy="3911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3200" b="1">
                <a:solidFill>
                  <a:srgbClr val="C00000"/>
                </a:solidFill>
              </a:rPr>
              <a:t>plane</a:t>
            </a:r>
            <a:endParaRPr lang="en-US" altLang="zh-CN" sz="3200" b="1">
              <a:solidFill>
                <a:srgbClr val="C00000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64845" y="6753225"/>
            <a:ext cx="1566545" cy="3365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3200" b="1">
                <a:gradFill>
                  <a:gsLst>
                    <a:gs pos="50000">
                      <a:srgbClr val="1F5FBF"/>
                    </a:gs>
                    <a:gs pos="0">
                      <a:srgbClr val="1486CB"/>
                    </a:gs>
                    <a:gs pos="100000">
                      <a:srgbClr val="2A34B2"/>
                    </a:gs>
                  </a:gsLst>
                  <a:lin ang="5400000" scaled="1"/>
                </a:gradFill>
              </a:rPr>
              <a:t>school</a:t>
            </a:r>
            <a:endParaRPr lang="en-US" altLang="zh-CN" sz="3200" b="1">
              <a:gradFill>
                <a:gsLst>
                  <a:gs pos="50000">
                    <a:srgbClr val="1F5FBF"/>
                  </a:gs>
                  <a:gs pos="0">
                    <a:srgbClr val="1486CB"/>
                  </a:gs>
                  <a:gs pos="100000">
                    <a:srgbClr val="2A34B2"/>
                  </a:gs>
                </a:gsLst>
                <a:lin ang="5400000" scaled="1"/>
              </a:gra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3650615" y="7959725"/>
            <a:ext cx="1410970" cy="5626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3200" b="1">
                <a:gradFill>
                  <a:gsLst>
                    <a:gs pos="51300">
                      <a:srgbClr val="32B0EA"/>
                    </a:gs>
                    <a:gs pos="0">
                      <a:srgbClr val="005F9F"/>
                    </a:gs>
                    <a:gs pos="100000">
                      <a:srgbClr val="ADDCE1"/>
                    </a:gs>
                  </a:gsLst>
                  <a:lin ang="5400000" scaled="1"/>
                </a:gradFill>
              </a:rPr>
              <a:t>st</a:t>
            </a:r>
            <a:r>
              <a:rPr lang="en-US" altLang="zh-CN" sz="3200" b="1">
                <a:gradFill>
                  <a:gsLst>
                    <a:gs pos="51300">
                      <a:srgbClr val="32B0EA"/>
                    </a:gs>
                    <a:gs pos="0">
                      <a:srgbClr val="005F9F"/>
                    </a:gs>
                    <a:gs pos="100000">
                      <a:srgbClr val="ADDCE1"/>
                    </a:gs>
                  </a:gsLst>
                  <a:lin ang="5400000" scaled="1"/>
                </a:gradFill>
              </a:rPr>
              <a:t>ore</a:t>
            </a:r>
            <a:endParaRPr lang="en-US" altLang="zh-CN" sz="3200" b="1">
              <a:gradFill>
                <a:gsLst>
                  <a:gs pos="51300">
                    <a:srgbClr val="32B0EA"/>
                  </a:gs>
                  <a:gs pos="0">
                    <a:srgbClr val="005F9F"/>
                  </a:gs>
                  <a:gs pos="100000">
                    <a:srgbClr val="ADDCE1"/>
                  </a:gs>
                </a:gsLst>
                <a:lin ang="5400000" scaled="1"/>
              </a:gra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5214620" y="6890385"/>
            <a:ext cx="1365250" cy="3295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3200" b="1">
                <a:solidFill>
                  <a:srgbClr val="FF0000"/>
                </a:solidFill>
              </a:rPr>
              <a:t>pool</a:t>
            </a:r>
            <a:endParaRPr lang="en-US" altLang="zh-CN" sz="3200" b="1">
              <a:solidFill>
                <a:srgbClr val="FF0000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831340" y="7996555"/>
            <a:ext cx="1477645" cy="419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3200" b="1">
                <a:solidFill>
                  <a:schemeClr val="bg1">
                    <a:lumMod val="50000"/>
                  </a:schemeClr>
                </a:solidFill>
              </a:rPr>
              <a:t>home</a:t>
            </a:r>
            <a:endParaRPr lang="en-US" altLang="zh-CN" sz="3200" b="1">
              <a:solidFill>
                <a:schemeClr val="bg1">
                  <a:lumMod val="50000"/>
                </a:schemeClr>
              </a:solidFill>
            </a:endParaRPr>
          </a:p>
        </p:txBody>
      </p:sp>
    </p:spTree>
    <p:custDataLst>
      <p:tags r:id="rId9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59abb91169e48dc1ee30785c5ea0e3aa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46760"/>
            <a:ext cx="6943725" cy="10699115"/>
          </a:xfrm>
          <a:prstGeom prst="rect">
            <a:avLst/>
          </a:prstGeom>
        </p:spPr>
      </p:pic>
      <p:sp>
        <p:nvSpPr>
          <p:cNvPr id="3" name="矩形 2">
            <a:hlinkClick r:id="rId2" action="ppaction://hlinksldjump"/>
          </p:cNvPr>
          <p:cNvSpPr/>
          <p:nvPr/>
        </p:nvSpPr>
        <p:spPr>
          <a:xfrm>
            <a:off x="4647565" y="11452860"/>
            <a:ext cx="1934845" cy="519430"/>
          </a:xfrm>
          <a:prstGeom prst="rect">
            <a:avLst/>
          </a:prstGeom>
          <a:gradFill>
            <a:gsLst>
              <a:gs pos="25000">
                <a:srgbClr val="FFD83A"/>
              </a:gs>
              <a:gs pos="75000">
                <a:srgbClr val="FFFD6D"/>
              </a:gs>
              <a:gs pos="0">
                <a:srgbClr val="F8C334"/>
              </a:gs>
              <a:gs pos="100000">
                <a:srgbClr val="FFFEB8"/>
              </a:gs>
            </a:gsLst>
            <a:lin ang="18900000" scaled="1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3200" b="1"/>
              <a:t>return</a:t>
            </a:r>
            <a:endParaRPr lang="en-US" altLang="zh-CN" sz="3200" b="1"/>
          </a:p>
        </p:txBody>
      </p:sp>
    </p:spTree>
    <p:custDataLst>
      <p:tags r:id="rId3"/>
    </p:custData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d287f9c2820e9b0a970ee292f801e5e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79475"/>
            <a:ext cx="6929755" cy="10641965"/>
          </a:xfrm>
          <a:prstGeom prst="rect">
            <a:avLst/>
          </a:prstGeom>
        </p:spPr>
      </p:pic>
      <p:sp>
        <p:nvSpPr>
          <p:cNvPr id="3" name="矩形 2">
            <a:hlinkClick r:id="rId2" action="ppaction://hlinksldjump"/>
          </p:cNvPr>
          <p:cNvSpPr/>
          <p:nvPr/>
        </p:nvSpPr>
        <p:spPr>
          <a:xfrm>
            <a:off x="4789170" y="11521440"/>
            <a:ext cx="1934845" cy="519430"/>
          </a:xfrm>
          <a:prstGeom prst="rect">
            <a:avLst/>
          </a:prstGeom>
          <a:gradFill>
            <a:gsLst>
              <a:gs pos="25000">
                <a:srgbClr val="FFD83A"/>
              </a:gs>
              <a:gs pos="75000">
                <a:srgbClr val="FFFD6D"/>
              </a:gs>
              <a:gs pos="0">
                <a:srgbClr val="F8C334"/>
              </a:gs>
              <a:gs pos="100000">
                <a:srgbClr val="FFFEB8"/>
              </a:gs>
            </a:gsLst>
            <a:lin ang="18900000" scaled="1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3200" b="1"/>
              <a:t>return</a:t>
            </a:r>
            <a:endParaRPr lang="en-US" altLang="zh-CN" sz="3200" b="1"/>
          </a:p>
        </p:txBody>
      </p:sp>
    </p:spTree>
    <p:custDataLst>
      <p:tags r:id="rId3"/>
    </p:custData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83e8bfa46a1c182e609862a6403962fc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952500"/>
            <a:ext cx="6929120" cy="10719435"/>
          </a:xfrm>
          <a:prstGeom prst="rect">
            <a:avLst/>
          </a:prstGeom>
        </p:spPr>
      </p:pic>
      <p:sp>
        <p:nvSpPr>
          <p:cNvPr id="4" name="矩形 3">
            <a:hlinkClick r:id="rId2" action="ppaction://hlinksldjump"/>
          </p:cNvPr>
          <p:cNvSpPr/>
          <p:nvPr/>
        </p:nvSpPr>
        <p:spPr>
          <a:xfrm>
            <a:off x="4647565" y="11452860"/>
            <a:ext cx="1934845" cy="519430"/>
          </a:xfrm>
          <a:prstGeom prst="rect">
            <a:avLst/>
          </a:prstGeom>
          <a:gradFill>
            <a:gsLst>
              <a:gs pos="25000">
                <a:srgbClr val="FFD83A"/>
              </a:gs>
              <a:gs pos="75000">
                <a:srgbClr val="FFFD6D"/>
              </a:gs>
              <a:gs pos="0">
                <a:srgbClr val="F8C334"/>
              </a:gs>
              <a:gs pos="100000">
                <a:srgbClr val="FFFEB8"/>
              </a:gs>
            </a:gsLst>
            <a:lin ang="18900000" scaled="1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3200" b="1"/>
              <a:t>return</a:t>
            </a:r>
            <a:endParaRPr lang="en-US" altLang="zh-CN" sz="3200" b="1"/>
          </a:p>
        </p:txBody>
      </p:sp>
    </p:spTree>
    <p:custDataLst>
      <p:tags r:id="rId3"/>
    </p:custData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1134807f2abe74c8361c387bc28e80a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26110"/>
            <a:ext cx="6951345" cy="10667365"/>
          </a:xfrm>
          <a:prstGeom prst="rect">
            <a:avLst/>
          </a:prstGeom>
        </p:spPr>
      </p:pic>
      <p:sp>
        <p:nvSpPr>
          <p:cNvPr id="3" name="矩形 2">
            <a:hlinkClick r:id="rId2" action="ppaction://hlinksldjump"/>
          </p:cNvPr>
          <p:cNvSpPr/>
          <p:nvPr/>
        </p:nvSpPr>
        <p:spPr>
          <a:xfrm>
            <a:off x="4647565" y="11452860"/>
            <a:ext cx="1934845" cy="519430"/>
          </a:xfrm>
          <a:prstGeom prst="rect">
            <a:avLst/>
          </a:prstGeom>
          <a:gradFill>
            <a:gsLst>
              <a:gs pos="25000">
                <a:srgbClr val="FFD83A"/>
              </a:gs>
              <a:gs pos="75000">
                <a:srgbClr val="FFFD6D"/>
              </a:gs>
              <a:gs pos="0">
                <a:srgbClr val="F8C334"/>
              </a:gs>
              <a:gs pos="100000">
                <a:srgbClr val="FFFEB8"/>
              </a:gs>
            </a:gsLst>
            <a:lin ang="18900000" scaled="1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3200" b="1"/>
              <a:t>return</a:t>
            </a:r>
            <a:endParaRPr lang="en-US" altLang="zh-CN" sz="3200" b="1"/>
          </a:p>
        </p:txBody>
      </p:sp>
    </p:spTree>
    <p:custDataLst>
      <p:tags r:id="rId3"/>
    </p:custData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784e72328b29d55585d1077fc21951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65480"/>
            <a:ext cx="6929755" cy="10643235"/>
          </a:xfrm>
          <a:prstGeom prst="rect">
            <a:avLst/>
          </a:prstGeom>
        </p:spPr>
      </p:pic>
      <p:sp>
        <p:nvSpPr>
          <p:cNvPr id="3" name="矩形 2">
            <a:hlinkClick r:id="rId2" action="ppaction://hlinksldjump"/>
          </p:cNvPr>
          <p:cNvSpPr/>
          <p:nvPr/>
        </p:nvSpPr>
        <p:spPr>
          <a:xfrm>
            <a:off x="4647565" y="11452860"/>
            <a:ext cx="1934845" cy="519430"/>
          </a:xfrm>
          <a:prstGeom prst="rect">
            <a:avLst/>
          </a:prstGeom>
          <a:gradFill>
            <a:gsLst>
              <a:gs pos="25000">
                <a:srgbClr val="FFD83A"/>
              </a:gs>
              <a:gs pos="75000">
                <a:srgbClr val="FFFD6D"/>
              </a:gs>
              <a:gs pos="0">
                <a:srgbClr val="F8C334"/>
              </a:gs>
              <a:gs pos="100000">
                <a:srgbClr val="FFFEB8"/>
              </a:gs>
            </a:gsLst>
            <a:lin ang="18900000" scaled="1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3200" b="1"/>
              <a:t>return</a:t>
            </a:r>
            <a:endParaRPr lang="en-US" altLang="zh-CN" sz="3200" b="1"/>
          </a:p>
        </p:txBody>
      </p:sp>
    </p:spTree>
    <p:custDataLst>
      <p:tags r:id="rId3"/>
    </p:custData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cdd6d61dbd409e6f950f7646a8d8677f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18795"/>
            <a:ext cx="6930390" cy="10610215"/>
          </a:xfrm>
          <a:prstGeom prst="rect">
            <a:avLst/>
          </a:prstGeom>
        </p:spPr>
      </p:pic>
      <p:sp>
        <p:nvSpPr>
          <p:cNvPr id="3" name="矩形 2">
            <a:hlinkClick r:id="rId2" action="ppaction://hlinksldjump"/>
          </p:cNvPr>
          <p:cNvSpPr/>
          <p:nvPr/>
        </p:nvSpPr>
        <p:spPr>
          <a:xfrm>
            <a:off x="4647565" y="11452860"/>
            <a:ext cx="1934845" cy="519430"/>
          </a:xfrm>
          <a:prstGeom prst="rect">
            <a:avLst/>
          </a:prstGeom>
          <a:gradFill>
            <a:gsLst>
              <a:gs pos="25000">
                <a:srgbClr val="FFD83A"/>
              </a:gs>
              <a:gs pos="75000">
                <a:srgbClr val="FFFD6D"/>
              </a:gs>
              <a:gs pos="0">
                <a:srgbClr val="F8C334"/>
              </a:gs>
              <a:gs pos="100000">
                <a:srgbClr val="FFFEB8"/>
              </a:gs>
            </a:gsLst>
            <a:lin ang="18900000" scaled="1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3200" b="1"/>
              <a:t>return</a:t>
            </a:r>
            <a:endParaRPr lang="en-US" altLang="zh-CN" sz="3200" b="1"/>
          </a:p>
        </p:txBody>
      </p:sp>
    </p:spTree>
    <p:custDataLst>
      <p:tags r:id="rId3"/>
    </p:custData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dccabd75f57c9748978a6f17321e50bc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25195"/>
            <a:ext cx="6930390" cy="10646410"/>
          </a:xfrm>
          <a:prstGeom prst="rect">
            <a:avLst/>
          </a:prstGeom>
        </p:spPr>
      </p:pic>
      <p:sp>
        <p:nvSpPr>
          <p:cNvPr id="3" name="矩形 2">
            <a:hlinkClick r:id="rId2" action="ppaction://hlinksldjump"/>
          </p:cNvPr>
          <p:cNvSpPr/>
          <p:nvPr/>
        </p:nvSpPr>
        <p:spPr>
          <a:xfrm>
            <a:off x="4647565" y="11571605"/>
            <a:ext cx="1934845" cy="519430"/>
          </a:xfrm>
          <a:prstGeom prst="rect">
            <a:avLst/>
          </a:prstGeom>
          <a:gradFill>
            <a:gsLst>
              <a:gs pos="25000">
                <a:srgbClr val="FFD83A"/>
              </a:gs>
              <a:gs pos="75000">
                <a:srgbClr val="FFFD6D"/>
              </a:gs>
              <a:gs pos="0">
                <a:srgbClr val="F8C334"/>
              </a:gs>
              <a:gs pos="100000">
                <a:srgbClr val="FFFEB8"/>
              </a:gs>
            </a:gsLst>
            <a:lin ang="18900000" scaled="1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3200" b="1"/>
              <a:t>return</a:t>
            </a:r>
            <a:endParaRPr lang="en-US" altLang="zh-CN" sz="3200" b="1"/>
          </a:p>
        </p:txBody>
      </p:sp>
    </p:spTree>
    <p:custDataLst>
      <p:tags r:id="rId3"/>
    </p:custData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0f9d2356ce9d8816c29e20f318ca01f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50875"/>
            <a:ext cx="6949440" cy="10801350"/>
          </a:xfrm>
          <a:prstGeom prst="rect">
            <a:avLst/>
          </a:prstGeom>
        </p:spPr>
      </p:pic>
      <p:sp>
        <p:nvSpPr>
          <p:cNvPr id="3" name="矩形 2">
            <a:hlinkClick r:id="rId2" action="ppaction://hlinksldjump"/>
          </p:cNvPr>
          <p:cNvSpPr/>
          <p:nvPr/>
        </p:nvSpPr>
        <p:spPr>
          <a:xfrm>
            <a:off x="4647565" y="11562715"/>
            <a:ext cx="1934845" cy="519430"/>
          </a:xfrm>
          <a:prstGeom prst="rect">
            <a:avLst/>
          </a:prstGeom>
          <a:gradFill>
            <a:gsLst>
              <a:gs pos="25000">
                <a:srgbClr val="FFD83A"/>
              </a:gs>
              <a:gs pos="75000">
                <a:srgbClr val="FFFD6D"/>
              </a:gs>
              <a:gs pos="0">
                <a:srgbClr val="F8C334"/>
              </a:gs>
              <a:gs pos="100000">
                <a:srgbClr val="FFFEB8"/>
              </a:gs>
            </a:gsLst>
            <a:lin ang="18900000" scaled="1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3200" b="1"/>
              <a:t>return</a:t>
            </a:r>
            <a:endParaRPr lang="en-US" altLang="zh-CN" sz="3200" b="1"/>
          </a:p>
        </p:txBody>
      </p:sp>
    </p:spTree>
    <p:custDataLst>
      <p:tags r:id="rId3"/>
    </p:custDataLst>
  </p:cSld>
  <p:clrMapOvr>
    <a:masterClrMapping/>
  </p:clrMapOvr>
  <p:transition/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13&quot;:[4364886,4364947,4364928,4364950,4364912,4364942,4364903,4364888,4364943],&quot;65&quot;:[20205081]}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resource_record_key" val="{&quot;13&quot;:[4364884],&quot;65&quot;:[20205081]}"/>
</p:tagLst>
</file>

<file path=ppt/tags/tag6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3.xml><?xml version="1.0" encoding="utf-8"?>
<p:tagLst xmlns:p="http://schemas.openxmlformats.org/presentationml/2006/main">
  <p:tag name="resource_record_key" val="{&quot;13&quot;:[4364886,4364947,4364928,4364950,4364912,4364942,4364903,4364888,4364943,4364884],&quot;65&quot;:[20205081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115</Words>
  <Application>WPS 演示</Application>
  <PresentationFormat>宽屏</PresentationFormat>
  <Paragraphs>34</Paragraphs>
  <Slides>10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6" baseType="lpstr">
      <vt:lpstr>Arial</vt:lpstr>
      <vt:lpstr>宋体</vt:lpstr>
      <vt:lpstr>Wingdings</vt:lpstr>
      <vt:lpstr>Wingdings</vt:lpstr>
      <vt:lpstr>微软雅黑</vt:lpstr>
      <vt:lpstr>WPS</vt:lpstr>
      <vt:lpstr>PowerPoint 演示文稿</vt:lpstr>
      <vt:lpstr>Click to see where he has gone.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huang</dc:creator>
  <cp:lastModifiedBy>Linda.璽</cp:lastModifiedBy>
  <cp:revision>159</cp:revision>
  <dcterms:created xsi:type="dcterms:W3CDTF">2019-06-19T02:08:00Z</dcterms:created>
  <dcterms:modified xsi:type="dcterms:W3CDTF">2025-04-13T01:41:12Z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2052-12.1.0.20784</vt:lpwstr>
  </property>
  <property fmtid="{D5CDD505-2E9C-101B-9397-08002B2CF9AE}" pid="3" name="ICV">
    <vt:lpwstr>3C336801189549FDA300B8082F9C77CF_11</vt:lpwstr>
  </property>
</Properties>
</file>