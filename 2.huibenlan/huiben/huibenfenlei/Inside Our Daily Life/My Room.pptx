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5" r:id="rId4"/>
    <p:sldId id="257" r:id="rId5"/>
    <p:sldId id="266" r:id="rId6"/>
    <p:sldId id="267" r:id="rId7"/>
    <p:sldId id="268" r:id="rId8"/>
    <p:sldId id="269" r:id="rId9"/>
    <p:sldId id="273" r:id="rId10"/>
    <p:sldId id="274" r:id="rId11"/>
    <p:sldId id="275" r:id="rId12"/>
  </p:sldIdLst>
  <p:sldSz cx="6858000" cy="1219263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840"/>
        <p:guide pos="215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625760"/>
            <a:ext cx="5512050" cy="457005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6330223"/>
            <a:ext cx="5512050" cy="261785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9857424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4368" y="1043294"/>
            <a:ext cx="6170175" cy="846163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6842274"/>
            <a:ext cx="4369950" cy="136333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8205608"/>
            <a:ext cx="4369950" cy="154255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669063"/>
            <a:ext cx="2911950" cy="844243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669063"/>
            <a:ext cx="2911950" cy="8442431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2541050"/>
            <a:ext cx="3005100" cy="67846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3296325"/>
            <a:ext cx="3005100" cy="78151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09" y="2527767"/>
            <a:ext cx="3005100" cy="67846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09" y="3296325"/>
            <a:ext cx="3005100" cy="78151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765072"/>
            <a:ext cx="2943606" cy="8192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765072"/>
            <a:ext cx="2940300" cy="8192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625760"/>
            <a:ext cx="587250" cy="894168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625760"/>
            <a:ext cx="5157675" cy="894168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376135"/>
            <a:ext cx="6172200" cy="974816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4416435"/>
            <a:ext cx="5512050" cy="181137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6330223"/>
            <a:ext cx="5512050" cy="83848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342225" y="1081707"/>
            <a:ext cx="6170175" cy="12545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342225" y="2649861"/>
            <a:ext cx="6170175" cy="8461633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344250" y="11226705"/>
            <a:ext cx="151875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2315250" y="11226705"/>
            <a:ext cx="222750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4993650" y="11226705"/>
            <a:ext cx="151875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slide" Target="slide7.xml"/><Relationship Id="rId7" Type="http://schemas.openxmlformats.org/officeDocument/2006/relationships/slide" Target="slide8.xml"/><Relationship Id="rId6" Type="http://schemas.openxmlformats.org/officeDocument/2006/relationships/slide" Target="slide9.xml"/><Relationship Id="rId5" Type="http://schemas.openxmlformats.org/officeDocument/2006/relationships/slide" Target="slide10.xml"/><Relationship Id="rId4" Type="http://schemas.openxmlformats.org/officeDocument/2006/relationships/slide" Target="slide6.xml"/><Relationship Id="rId3" Type="http://schemas.openxmlformats.org/officeDocument/2006/relationships/slide" Target="slide5.xml"/><Relationship Id="rId2" Type="http://schemas.openxmlformats.org/officeDocument/2006/relationships/slide" Target="slide4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64.xml"/><Relationship Id="rId16" Type="http://schemas.openxmlformats.org/officeDocument/2006/relationships/image" Target="../media/image9.png"/><Relationship Id="rId15" Type="http://schemas.openxmlformats.org/officeDocument/2006/relationships/image" Target="../media/image8.png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3.png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slide" Target="slide2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slide" Target="slide2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slide" Target="slide2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slide" Target="slide2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slide" Target="slide2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slide" Target="slide2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slide" Target="slide2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slide" Target="slide2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屏幕截图 2025-04-12 2103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95" y="932180"/>
            <a:ext cx="6684010" cy="103282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0" y="339090"/>
            <a:ext cx="6697980" cy="2083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3200">
                <a:latin typeface="+mj-ea"/>
                <a:ea typeface="+mj-ea"/>
              </a:rPr>
              <a:t>Click on the colored buttons to start getting to know them!</a:t>
            </a:r>
            <a:endParaRPr lang="en-US" altLang="zh-CN" sz="3200">
              <a:latin typeface="+mj-ea"/>
              <a:ea typeface="+mj-ea"/>
            </a:endParaRPr>
          </a:p>
        </p:txBody>
      </p:sp>
      <p:sp>
        <p:nvSpPr>
          <p:cNvPr id="2" name="椭圆 1">
            <a:hlinkClick r:id="rId1" action="ppaction://hlinksldjump"/>
          </p:cNvPr>
          <p:cNvSpPr/>
          <p:nvPr/>
        </p:nvSpPr>
        <p:spPr>
          <a:xfrm>
            <a:off x="469265" y="4370705"/>
            <a:ext cx="554990" cy="5746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1" name="椭圆 10">
            <a:hlinkClick r:id="rId2" action="ppaction://hlinksldjump"/>
          </p:cNvPr>
          <p:cNvSpPr/>
          <p:nvPr/>
        </p:nvSpPr>
        <p:spPr>
          <a:xfrm>
            <a:off x="2416175" y="4370705"/>
            <a:ext cx="554990" cy="5746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2" name="椭圆 11">
            <a:hlinkClick r:id="rId3" action="ppaction://hlinksldjump"/>
          </p:cNvPr>
          <p:cNvSpPr/>
          <p:nvPr/>
        </p:nvSpPr>
        <p:spPr>
          <a:xfrm>
            <a:off x="4152900" y="4370705"/>
            <a:ext cx="554990" cy="57467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3" name="椭圆 12">
            <a:hlinkClick r:id="rId4" action="ppaction://hlinksldjump"/>
          </p:cNvPr>
          <p:cNvSpPr/>
          <p:nvPr/>
        </p:nvSpPr>
        <p:spPr>
          <a:xfrm>
            <a:off x="5888990" y="4371340"/>
            <a:ext cx="554990" cy="5746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4" name="椭圆 13">
            <a:hlinkClick r:id="rId5" action="ppaction://hlinksldjump"/>
          </p:cNvPr>
          <p:cNvSpPr/>
          <p:nvPr/>
        </p:nvSpPr>
        <p:spPr>
          <a:xfrm>
            <a:off x="5374005" y="8623300"/>
            <a:ext cx="554990" cy="5746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5" name="椭圆 14">
            <a:hlinkClick r:id="rId6" action="ppaction://hlinksldjump"/>
          </p:cNvPr>
          <p:cNvSpPr/>
          <p:nvPr/>
        </p:nvSpPr>
        <p:spPr>
          <a:xfrm>
            <a:off x="3951605" y="8623300"/>
            <a:ext cx="554990" cy="57467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6" name="椭圆 15">
            <a:hlinkClick r:id="rId7" action="ppaction://hlinksldjump"/>
          </p:cNvPr>
          <p:cNvSpPr/>
          <p:nvPr/>
        </p:nvSpPr>
        <p:spPr>
          <a:xfrm>
            <a:off x="2214880" y="8623300"/>
            <a:ext cx="554990" cy="5746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7" name="椭圆 16">
            <a:hlinkClick r:id="rId8" action="ppaction://hlinksldjump"/>
          </p:cNvPr>
          <p:cNvSpPr/>
          <p:nvPr/>
        </p:nvSpPr>
        <p:spPr>
          <a:xfrm>
            <a:off x="600710" y="8623300"/>
            <a:ext cx="554990" cy="57467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pic>
        <p:nvPicPr>
          <p:cNvPr id="3" name="图片 2" descr="屏幕截图 2025-04-12 210334"/>
          <p:cNvPicPr>
            <a:picLocks noChangeAspect="1"/>
          </p:cNvPicPr>
          <p:nvPr/>
        </p:nvPicPr>
        <p:blipFill>
          <a:blip r:embed="rId9"/>
          <a:srcRect b="5784"/>
          <a:stretch>
            <a:fillRect/>
          </a:stretch>
        </p:blipFill>
        <p:spPr>
          <a:xfrm>
            <a:off x="269240" y="1628775"/>
            <a:ext cx="1595755" cy="2389505"/>
          </a:xfrm>
          <a:prstGeom prst="rect">
            <a:avLst/>
          </a:prstGeom>
        </p:spPr>
      </p:pic>
      <p:pic>
        <p:nvPicPr>
          <p:cNvPr id="4" name="图片 3" descr="屏幕截图 2025-04-12 210339"/>
          <p:cNvPicPr>
            <a:picLocks noChangeAspect="1"/>
          </p:cNvPicPr>
          <p:nvPr/>
        </p:nvPicPr>
        <p:blipFill>
          <a:blip r:embed="rId10"/>
          <a:srcRect b="8537"/>
          <a:stretch>
            <a:fillRect/>
          </a:stretch>
        </p:blipFill>
        <p:spPr>
          <a:xfrm>
            <a:off x="2103120" y="1602105"/>
            <a:ext cx="1539240" cy="2326640"/>
          </a:xfrm>
          <a:prstGeom prst="rect">
            <a:avLst/>
          </a:prstGeom>
        </p:spPr>
      </p:pic>
      <p:pic>
        <p:nvPicPr>
          <p:cNvPr id="5" name="图片 4" descr="屏幕截图 2025-04-12 210343"/>
          <p:cNvPicPr>
            <a:picLocks noChangeAspect="1"/>
          </p:cNvPicPr>
          <p:nvPr/>
        </p:nvPicPr>
        <p:blipFill>
          <a:blip r:embed="rId11"/>
          <a:srcRect b="5642"/>
          <a:stretch>
            <a:fillRect/>
          </a:stretch>
        </p:blipFill>
        <p:spPr>
          <a:xfrm>
            <a:off x="3642360" y="1628775"/>
            <a:ext cx="1575435" cy="2389505"/>
          </a:xfrm>
          <a:prstGeom prst="rect">
            <a:avLst/>
          </a:prstGeom>
        </p:spPr>
      </p:pic>
      <p:pic>
        <p:nvPicPr>
          <p:cNvPr id="6" name="图片 5" descr="屏幕截图 2025-04-12 210350"/>
          <p:cNvPicPr>
            <a:picLocks noChangeAspect="1"/>
          </p:cNvPicPr>
          <p:nvPr/>
        </p:nvPicPr>
        <p:blipFill>
          <a:blip r:embed="rId12"/>
          <a:srcRect b="8628"/>
          <a:stretch>
            <a:fillRect/>
          </a:stretch>
        </p:blipFill>
        <p:spPr>
          <a:xfrm>
            <a:off x="5274945" y="1628775"/>
            <a:ext cx="1583055" cy="2299970"/>
          </a:xfrm>
          <a:prstGeom prst="rect">
            <a:avLst/>
          </a:prstGeom>
        </p:spPr>
      </p:pic>
      <p:pic>
        <p:nvPicPr>
          <p:cNvPr id="7" name="图片 6" descr="屏幕截图 2025-04-12 210356"/>
          <p:cNvPicPr>
            <a:picLocks noChangeAspect="1"/>
          </p:cNvPicPr>
          <p:nvPr/>
        </p:nvPicPr>
        <p:blipFill>
          <a:blip r:embed="rId13"/>
          <a:srcRect b="8586"/>
          <a:stretch>
            <a:fillRect/>
          </a:stretch>
        </p:blipFill>
        <p:spPr>
          <a:xfrm>
            <a:off x="269240" y="5934710"/>
            <a:ext cx="1621790" cy="2339340"/>
          </a:xfrm>
          <a:prstGeom prst="rect">
            <a:avLst/>
          </a:prstGeom>
        </p:spPr>
      </p:pic>
      <p:pic>
        <p:nvPicPr>
          <p:cNvPr id="8" name="图片 7" descr="屏幕截图 2025-04-12 210402"/>
          <p:cNvPicPr>
            <a:picLocks noChangeAspect="1"/>
          </p:cNvPicPr>
          <p:nvPr/>
        </p:nvPicPr>
        <p:blipFill>
          <a:blip r:embed="rId14"/>
          <a:srcRect b="11245"/>
          <a:stretch>
            <a:fillRect/>
          </a:stretch>
        </p:blipFill>
        <p:spPr>
          <a:xfrm>
            <a:off x="1891030" y="5893435"/>
            <a:ext cx="1539240" cy="2245360"/>
          </a:xfrm>
          <a:prstGeom prst="rect">
            <a:avLst/>
          </a:prstGeom>
        </p:spPr>
      </p:pic>
      <p:pic>
        <p:nvPicPr>
          <p:cNvPr id="9" name="图片 8" descr="屏幕截图 2025-04-12 210407"/>
          <p:cNvPicPr>
            <a:picLocks noChangeAspect="1"/>
          </p:cNvPicPr>
          <p:nvPr/>
        </p:nvPicPr>
        <p:blipFill>
          <a:blip r:embed="rId15"/>
          <a:srcRect b="7781"/>
          <a:stretch>
            <a:fillRect/>
          </a:stretch>
        </p:blipFill>
        <p:spPr>
          <a:xfrm>
            <a:off x="3519805" y="5925820"/>
            <a:ext cx="1579245" cy="2348230"/>
          </a:xfrm>
          <a:prstGeom prst="rect">
            <a:avLst/>
          </a:prstGeom>
        </p:spPr>
      </p:pic>
      <p:pic>
        <p:nvPicPr>
          <p:cNvPr id="10" name="图片 9" descr="屏幕截图 2025-04-12 210411"/>
          <p:cNvPicPr>
            <a:picLocks noChangeAspect="1"/>
          </p:cNvPicPr>
          <p:nvPr/>
        </p:nvPicPr>
        <p:blipFill>
          <a:blip r:embed="rId16"/>
          <a:srcRect b="11947"/>
          <a:stretch>
            <a:fillRect/>
          </a:stretch>
        </p:blipFill>
        <p:spPr>
          <a:xfrm>
            <a:off x="5099050" y="5887720"/>
            <a:ext cx="1666240" cy="2251075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103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415" y="878205"/>
            <a:ext cx="6567170" cy="10435590"/>
          </a:xfrm>
          <a:prstGeom prst="rect">
            <a:avLst/>
          </a:prstGeo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5438140" y="11481435"/>
            <a:ext cx="1068070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103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545" y="711200"/>
            <a:ext cx="6518910" cy="10770235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5438140" y="11481435"/>
            <a:ext cx="1068070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103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" y="1007745"/>
            <a:ext cx="6332220" cy="10177145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5438140" y="11481435"/>
            <a:ext cx="1068070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103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40" y="1012190"/>
            <a:ext cx="6395720" cy="10168255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5438140" y="11481435"/>
            <a:ext cx="1068070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103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955" y="1121410"/>
            <a:ext cx="6308090" cy="9949815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5438140" y="11481435"/>
            <a:ext cx="1068070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104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855" y="849630"/>
            <a:ext cx="6384290" cy="1049274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5438140" y="11481435"/>
            <a:ext cx="1068070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104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295" y="892175"/>
            <a:ext cx="6455410" cy="10408285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5438140" y="11481435"/>
            <a:ext cx="1068070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104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420" y="1120140"/>
            <a:ext cx="6487795" cy="995299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5438140" y="11481435"/>
            <a:ext cx="1068070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</Words>
  <Application>WPS 演示</Application>
  <PresentationFormat>宽屏</PresentationFormat>
  <Paragraphs>18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164</cp:revision>
  <dcterms:created xsi:type="dcterms:W3CDTF">2019-06-19T02:08:00Z</dcterms:created>
  <dcterms:modified xsi:type="dcterms:W3CDTF">2025-04-13T01:41:14Z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325F4293F59D4F0E9772C61FB05B06B6_11</vt:lpwstr>
  </property>
</Properties>
</file>