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6" r:id="rId4"/>
    <p:sldId id="269" r:id="rId5"/>
    <p:sldId id="268" r:id="rId6"/>
    <p:sldId id="267" r:id="rId7"/>
    <p:sldId id="266" r:id="rId8"/>
    <p:sldId id="264" r:id="rId9"/>
    <p:sldId id="263" r:id="rId10"/>
    <p:sldId id="273" r:id="rId11"/>
    <p:sldId id="261" r:id="rId12"/>
    <p:sldId id="262" r:id="rId13"/>
    <p:sldId id="270" r:id="rId14"/>
    <p:sldId id="271" r:id="rId15"/>
    <p:sldId id="272" r:id="rId16"/>
  </p:sldIdLst>
  <p:sldSz cx="6839585" cy="93599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62" userDrawn="1">
          <p15:clr>
            <a:srgbClr val="A4A3A4"/>
          </p15:clr>
        </p15:guide>
        <p15:guide id="2" pos="214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962"/>
        <p:guide pos="214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672555" y="1248000"/>
            <a:ext cx="5497583" cy="3508157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449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672555" y="4859338"/>
            <a:ext cx="5497583" cy="2009575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1795" spc="200"/>
            </a:lvl1pPr>
            <a:lvl2pPr marL="342265" indent="0" algn="ctr">
              <a:buNone/>
              <a:defRPr sz="1495"/>
            </a:lvl2pPr>
            <a:lvl3pPr marL="683895" indent="0" algn="ctr">
              <a:buNone/>
              <a:defRPr sz="1345"/>
            </a:lvl3pPr>
            <a:lvl4pPr marL="1026160" indent="0" algn="ctr">
              <a:buNone/>
              <a:defRPr sz="1195"/>
            </a:lvl4pPr>
            <a:lvl5pPr marL="1367790" indent="0" algn="ctr">
              <a:buNone/>
              <a:defRPr sz="1195"/>
            </a:lvl5pPr>
            <a:lvl6pPr marL="1710055" indent="0" algn="ctr">
              <a:buNone/>
              <a:defRPr sz="1195"/>
            </a:lvl6pPr>
            <a:lvl7pPr marL="2051685" indent="0" algn="ctr">
              <a:buNone/>
              <a:defRPr sz="1195"/>
            </a:lvl7pPr>
            <a:lvl8pPr marL="2393950" indent="0" algn="ctr">
              <a:buNone/>
              <a:defRPr sz="1195"/>
            </a:lvl8pPr>
            <a:lvl9pPr marL="2736215" indent="0" algn="ctr">
              <a:buNone/>
              <a:defRPr sz="1195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1327" y="830362"/>
            <a:ext cx="6153981" cy="9630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341327" y="2034142"/>
            <a:ext cx="6153981" cy="6495496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116886" y="5252409"/>
            <a:ext cx="4358481" cy="1046551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329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116886" y="6298961"/>
            <a:ext cx="4358481" cy="1184126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34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265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2pPr>
            <a:lvl3pPr marL="683895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3pPr>
            <a:lvl4pPr marL="1026160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4pPr>
            <a:lvl5pPr marL="1367790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5pPr>
            <a:lvl6pPr marL="1710055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6pPr>
            <a:lvl7pPr marL="2051685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7pPr>
            <a:lvl8pPr marL="2393950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8pPr>
            <a:lvl9pPr marL="2736215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1327" y="830362"/>
            <a:ext cx="6153981" cy="9630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341327" y="2048882"/>
            <a:ext cx="2904307" cy="6480756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597059" y="2048882"/>
            <a:ext cx="2904307" cy="6480756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1327" y="830362"/>
            <a:ext cx="6153981" cy="9630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341327" y="1950614"/>
            <a:ext cx="2997213" cy="520819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49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265" indent="0">
              <a:buNone/>
              <a:defRPr sz="1495" b="1"/>
            </a:lvl2pPr>
            <a:lvl3pPr marL="683895" indent="0">
              <a:buNone/>
              <a:defRPr sz="1345" b="1"/>
            </a:lvl3pPr>
            <a:lvl4pPr marL="1026160" indent="0">
              <a:buNone/>
              <a:defRPr sz="1195" b="1"/>
            </a:lvl4pPr>
            <a:lvl5pPr marL="1367790" indent="0">
              <a:buNone/>
              <a:defRPr sz="1195" b="1"/>
            </a:lvl5pPr>
            <a:lvl6pPr marL="1710055" indent="0">
              <a:buNone/>
              <a:defRPr sz="1195" b="1"/>
            </a:lvl6pPr>
            <a:lvl7pPr marL="2051685" indent="0">
              <a:buNone/>
              <a:defRPr sz="1195" b="1"/>
            </a:lvl7pPr>
            <a:lvl8pPr marL="2393950" indent="0">
              <a:buNone/>
              <a:defRPr sz="1195" b="1"/>
            </a:lvl8pPr>
            <a:lvl9pPr marL="2736215" indent="0">
              <a:buNone/>
              <a:defRPr sz="1195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41327" y="2530394"/>
            <a:ext cx="2997213" cy="5999244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3498403" y="1940417"/>
            <a:ext cx="2997213" cy="520819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49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265" indent="0">
              <a:buNone/>
              <a:defRPr sz="1495" b="1"/>
            </a:lvl2pPr>
            <a:lvl3pPr marL="683895" indent="0">
              <a:buNone/>
              <a:defRPr sz="1345" b="1"/>
            </a:lvl3pPr>
            <a:lvl4pPr marL="1026160" indent="0">
              <a:buNone/>
              <a:defRPr sz="1195" b="1"/>
            </a:lvl4pPr>
            <a:lvl5pPr marL="1367790" indent="0">
              <a:buNone/>
              <a:defRPr sz="1195" b="1"/>
            </a:lvl5pPr>
            <a:lvl6pPr marL="1710055" indent="0">
              <a:buNone/>
              <a:defRPr sz="1195" b="1"/>
            </a:lvl6pPr>
            <a:lvl7pPr marL="2051685" indent="0">
              <a:buNone/>
              <a:defRPr sz="1195" b="1"/>
            </a:lvl7pPr>
            <a:lvl8pPr marL="2393950" indent="0">
              <a:buNone/>
              <a:defRPr sz="1195" b="1"/>
            </a:lvl8pPr>
            <a:lvl9pPr marL="2736215" indent="0">
              <a:buNone/>
              <a:defRPr sz="1195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3498403" y="2530394"/>
            <a:ext cx="2997213" cy="5999244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1327" y="830362"/>
            <a:ext cx="6153981" cy="9630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341327" y="2122583"/>
            <a:ext cx="2935880" cy="6289134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195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3562725" y="2122583"/>
            <a:ext cx="2932583" cy="6289134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195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5741965" y="1248000"/>
            <a:ext cx="585709" cy="68640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095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13000" y="1248000"/>
            <a:ext cx="5144138" cy="6864000"/>
          </a:xfrm>
        </p:spPr>
        <p:txBody>
          <a:bodyPr vert="eaVert" lIns="46800" tIns="46800" rIns="46800" bIns="46800"/>
          <a:lstStyle>
            <a:lvl1pPr marL="170815" indent="-170815">
              <a:spcAft>
                <a:spcPts val="1000"/>
              </a:spcAft>
              <a:defRPr spc="300"/>
            </a:lvl1pPr>
            <a:lvl2pPr marL="513080" indent="-170815">
              <a:defRPr spc="300"/>
            </a:lvl2pPr>
            <a:lvl3pPr marL="854710" indent="-170815">
              <a:defRPr spc="300"/>
            </a:lvl3pPr>
            <a:lvl4pPr marL="1196975" indent="-170815">
              <a:defRPr spc="300"/>
            </a:lvl4pPr>
            <a:lvl5pPr marL="1539240" indent="-170815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341327" y="1056378"/>
            <a:ext cx="6156000" cy="7483086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72555" y="3390236"/>
            <a:ext cx="5497583" cy="1390488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449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672555" y="4859338"/>
            <a:ext cx="5497583" cy="643654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1795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672555" y="1248000"/>
            <a:ext cx="5497583" cy="3508157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449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672555" y="4859338"/>
            <a:ext cx="5497583" cy="2009575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1795" spc="200"/>
            </a:lvl1pPr>
            <a:lvl2pPr marL="342265" indent="0" algn="ctr">
              <a:buNone/>
              <a:defRPr sz="1495"/>
            </a:lvl2pPr>
            <a:lvl3pPr marL="683895" indent="0" algn="ctr">
              <a:buNone/>
              <a:defRPr sz="1345"/>
            </a:lvl3pPr>
            <a:lvl4pPr marL="1026160" indent="0" algn="ctr">
              <a:buNone/>
              <a:defRPr sz="1195"/>
            </a:lvl4pPr>
            <a:lvl5pPr marL="1367790" indent="0" algn="ctr">
              <a:buNone/>
              <a:defRPr sz="1195"/>
            </a:lvl5pPr>
            <a:lvl6pPr marL="1710055" indent="0" algn="ctr">
              <a:buNone/>
              <a:defRPr sz="1195"/>
            </a:lvl6pPr>
            <a:lvl7pPr marL="2051685" indent="0" algn="ctr">
              <a:buNone/>
              <a:defRPr sz="1195"/>
            </a:lvl7pPr>
            <a:lvl8pPr marL="2393950" indent="0" algn="ctr">
              <a:buNone/>
              <a:defRPr sz="1195"/>
            </a:lvl8pPr>
            <a:lvl9pPr marL="2736215" indent="0" algn="ctr">
              <a:buNone/>
              <a:defRPr sz="1195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1327" y="830362"/>
            <a:ext cx="6153981" cy="9630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341327" y="2034142"/>
            <a:ext cx="6153981" cy="6495496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116886" y="5252409"/>
            <a:ext cx="4358481" cy="1046551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329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116886" y="6298961"/>
            <a:ext cx="4358481" cy="1184126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34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265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2pPr>
            <a:lvl3pPr marL="683895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3pPr>
            <a:lvl4pPr marL="1026160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4pPr>
            <a:lvl5pPr marL="1367790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5pPr>
            <a:lvl6pPr marL="1710055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6pPr>
            <a:lvl7pPr marL="2051685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7pPr>
            <a:lvl8pPr marL="2393950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8pPr>
            <a:lvl9pPr marL="2736215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1327" y="830362"/>
            <a:ext cx="6153981" cy="9630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341327" y="2048882"/>
            <a:ext cx="2904307" cy="6480756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597059" y="2048882"/>
            <a:ext cx="2904307" cy="6480756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1327" y="830362"/>
            <a:ext cx="6153981" cy="9630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341327" y="1950614"/>
            <a:ext cx="2997213" cy="520819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49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265" indent="0">
              <a:buNone/>
              <a:defRPr sz="1495" b="1"/>
            </a:lvl2pPr>
            <a:lvl3pPr marL="683895" indent="0">
              <a:buNone/>
              <a:defRPr sz="1345" b="1"/>
            </a:lvl3pPr>
            <a:lvl4pPr marL="1026160" indent="0">
              <a:buNone/>
              <a:defRPr sz="1195" b="1"/>
            </a:lvl4pPr>
            <a:lvl5pPr marL="1367790" indent="0">
              <a:buNone/>
              <a:defRPr sz="1195" b="1"/>
            </a:lvl5pPr>
            <a:lvl6pPr marL="1710055" indent="0">
              <a:buNone/>
              <a:defRPr sz="1195" b="1"/>
            </a:lvl6pPr>
            <a:lvl7pPr marL="2051685" indent="0">
              <a:buNone/>
              <a:defRPr sz="1195" b="1"/>
            </a:lvl7pPr>
            <a:lvl8pPr marL="2393950" indent="0">
              <a:buNone/>
              <a:defRPr sz="1195" b="1"/>
            </a:lvl8pPr>
            <a:lvl9pPr marL="2736215" indent="0">
              <a:buNone/>
              <a:defRPr sz="1195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41327" y="2530394"/>
            <a:ext cx="2997213" cy="5999244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3498403" y="1940417"/>
            <a:ext cx="2997213" cy="520819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49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265" indent="0">
              <a:buNone/>
              <a:defRPr sz="1495" b="1"/>
            </a:lvl2pPr>
            <a:lvl3pPr marL="683895" indent="0">
              <a:buNone/>
              <a:defRPr sz="1345" b="1"/>
            </a:lvl3pPr>
            <a:lvl4pPr marL="1026160" indent="0">
              <a:buNone/>
              <a:defRPr sz="1195" b="1"/>
            </a:lvl4pPr>
            <a:lvl5pPr marL="1367790" indent="0">
              <a:buNone/>
              <a:defRPr sz="1195" b="1"/>
            </a:lvl5pPr>
            <a:lvl6pPr marL="1710055" indent="0">
              <a:buNone/>
              <a:defRPr sz="1195" b="1"/>
            </a:lvl6pPr>
            <a:lvl7pPr marL="2051685" indent="0">
              <a:buNone/>
              <a:defRPr sz="1195" b="1"/>
            </a:lvl7pPr>
            <a:lvl8pPr marL="2393950" indent="0">
              <a:buNone/>
              <a:defRPr sz="1195" b="1"/>
            </a:lvl8pPr>
            <a:lvl9pPr marL="2736215" indent="0">
              <a:buNone/>
              <a:defRPr sz="1195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3498403" y="2530394"/>
            <a:ext cx="2997213" cy="5999244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1327" y="830362"/>
            <a:ext cx="6153981" cy="9630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341327" y="2122583"/>
            <a:ext cx="2935880" cy="6289134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195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3562725" y="2122583"/>
            <a:ext cx="2932583" cy="6289134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195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5741965" y="1248000"/>
            <a:ext cx="585709" cy="68640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095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13000" y="1248000"/>
            <a:ext cx="5144138" cy="6864000"/>
          </a:xfrm>
        </p:spPr>
        <p:txBody>
          <a:bodyPr vert="eaVert" lIns="46800" tIns="46800" rIns="46800" bIns="46800"/>
          <a:lstStyle>
            <a:lvl1pPr marL="170815" indent="-170815">
              <a:spcAft>
                <a:spcPts val="1000"/>
              </a:spcAft>
              <a:defRPr spc="300"/>
            </a:lvl1pPr>
            <a:lvl2pPr marL="513080" indent="-170815">
              <a:defRPr spc="300"/>
            </a:lvl2pPr>
            <a:lvl3pPr marL="854710" indent="-170815">
              <a:defRPr spc="300"/>
            </a:lvl3pPr>
            <a:lvl4pPr marL="1196975" indent="-170815">
              <a:defRPr spc="300"/>
            </a:lvl4pPr>
            <a:lvl5pPr marL="1539240" indent="-170815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341327" y="1056378"/>
            <a:ext cx="6156000" cy="7483086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72555" y="3390236"/>
            <a:ext cx="5497583" cy="1390488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449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672555" y="4859338"/>
            <a:ext cx="5497583" cy="643654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1795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8" Type="http://schemas.openxmlformats.org/officeDocument/2006/relationships/theme" Target="../theme/theme2.xml"/><Relationship Id="rId17" Type="http://schemas.openxmlformats.org/officeDocument/2006/relationships/tags" Target="../tags/tag124.xml"/><Relationship Id="rId16" Type="http://schemas.openxmlformats.org/officeDocument/2006/relationships/tags" Target="../tags/tag123.xml"/><Relationship Id="rId15" Type="http://schemas.openxmlformats.org/officeDocument/2006/relationships/tags" Target="../tags/tag122.xml"/><Relationship Id="rId14" Type="http://schemas.openxmlformats.org/officeDocument/2006/relationships/tags" Target="../tags/tag121.xml"/><Relationship Id="rId13" Type="http://schemas.openxmlformats.org/officeDocument/2006/relationships/tags" Target="../tags/tag120.xml"/><Relationship Id="rId12" Type="http://schemas.openxmlformats.org/officeDocument/2006/relationships/tags" Target="../tags/tag119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341327" y="830362"/>
            <a:ext cx="6153981" cy="963024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341327" y="2034142"/>
            <a:ext cx="6153981" cy="6495496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343346" y="8618079"/>
            <a:ext cx="1514764" cy="4323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2309173" y="8618079"/>
            <a:ext cx="2221654" cy="4323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4980544" y="8618079"/>
            <a:ext cx="1514764" cy="4323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3895" rtl="0" eaLnBrk="1" fontAlgn="auto" latinLnBrk="0" hangingPunct="1">
        <a:lnSpc>
          <a:spcPct val="100000"/>
        </a:lnSpc>
        <a:spcBef>
          <a:spcPct val="0"/>
        </a:spcBef>
        <a:buNone/>
        <a:defRPr sz="2695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170815" indent="-170815" algn="l" defTabSz="683895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●"/>
        <a:defRPr sz="134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513080" indent="-170815" algn="l" defTabSz="683895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tabLst>
          <a:tab pos="1203960" algn="l"/>
          <a:tab pos="1203960" algn="l"/>
          <a:tab pos="1203960" algn="l"/>
          <a:tab pos="1203960" algn="l"/>
        </a:tabLst>
        <a:defRPr sz="119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854710" indent="-170815" algn="l" defTabSz="683895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defRPr sz="119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196975" indent="-170815" algn="l" defTabSz="683895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Wingdings" panose="05000000000000000000" charset="0"/>
        <a:buChar char=""/>
        <a:defRPr sz="104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1539240" indent="-170815" algn="l" defTabSz="683895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Arial" panose="020B0604020202020204" pitchFamily="34" charset="0"/>
        <a:buChar char="•"/>
        <a:defRPr sz="104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1880870" indent="-170815" algn="l" defTabSz="683895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45" kern="1200">
          <a:solidFill>
            <a:schemeClr val="tx1"/>
          </a:solidFill>
          <a:latin typeface="+mn-lt"/>
          <a:ea typeface="+mn-ea"/>
          <a:cs typeface="+mn-cs"/>
        </a:defRPr>
      </a:lvl6pPr>
      <a:lvl7pPr marL="2223135" indent="-170815" algn="l" defTabSz="683895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45" kern="1200">
          <a:solidFill>
            <a:schemeClr val="tx1"/>
          </a:solidFill>
          <a:latin typeface="+mn-lt"/>
          <a:ea typeface="+mn-ea"/>
          <a:cs typeface="+mn-cs"/>
        </a:defRPr>
      </a:lvl7pPr>
      <a:lvl8pPr marL="2564765" indent="-170815" algn="l" defTabSz="683895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45" kern="1200">
          <a:solidFill>
            <a:schemeClr val="tx1"/>
          </a:solidFill>
          <a:latin typeface="+mn-lt"/>
          <a:ea typeface="+mn-ea"/>
          <a:cs typeface="+mn-cs"/>
        </a:defRPr>
      </a:lvl8pPr>
      <a:lvl9pPr marL="2907030" indent="-170815" algn="l" defTabSz="683895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4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1pPr>
      <a:lvl2pPr marL="342265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2pPr>
      <a:lvl3pPr marL="683895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3pPr>
      <a:lvl4pPr marL="1026160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4pPr>
      <a:lvl5pPr marL="1367790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5pPr>
      <a:lvl6pPr marL="1710055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6pPr>
      <a:lvl7pPr marL="2051685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7pPr>
      <a:lvl8pPr marL="2393950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8pPr>
      <a:lvl9pPr marL="2736215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341327" y="830362"/>
            <a:ext cx="6153981" cy="963024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341327" y="2034142"/>
            <a:ext cx="6153981" cy="6495496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343346" y="8618079"/>
            <a:ext cx="1514764" cy="4323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2309173" y="8618079"/>
            <a:ext cx="2221654" cy="4323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4980544" y="8618079"/>
            <a:ext cx="1514764" cy="4323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3895" rtl="0" eaLnBrk="1" fontAlgn="auto" latinLnBrk="0" hangingPunct="1">
        <a:lnSpc>
          <a:spcPct val="100000"/>
        </a:lnSpc>
        <a:spcBef>
          <a:spcPct val="0"/>
        </a:spcBef>
        <a:buNone/>
        <a:defRPr sz="2695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170815" indent="-170815" algn="l" defTabSz="683895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●"/>
        <a:defRPr sz="134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513080" indent="-170815" algn="l" defTabSz="683895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tabLst>
          <a:tab pos="1203960" algn="l"/>
          <a:tab pos="1203960" algn="l"/>
          <a:tab pos="1203960" algn="l"/>
          <a:tab pos="1203960" algn="l"/>
        </a:tabLst>
        <a:defRPr sz="119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854710" indent="-170815" algn="l" defTabSz="683895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defRPr sz="119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196975" indent="-170815" algn="l" defTabSz="683895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Wingdings" panose="05000000000000000000" charset="0"/>
        <a:buChar char=""/>
        <a:defRPr sz="104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1539240" indent="-170815" algn="l" defTabSz="683895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Arial" panose="020B0604020202020204" pitchFamily="34" charset="0"/>
        <a:buChar char="•"/>
        <a:defRPr sz="104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1880870" indent="-170815" algn="l" defTabSz="683895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45" kern="1200">
          <a:solidFill>
            <a:schemeClr val="tx1"/>
          </a:solidFill>
          <a:latin typeface="+mn-lt"/>
          <a:ea typeface="+mn-ea"/>
          <a:cs typeface="+mn-cs"/>
        </a:defRPr>
      </a:lvl6pPr>
      <a:lvl7pPr marL="2223135" indent="-170815" algn="l" defTabSz="683895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45" kern="1200">
          <a:solidFill>
            <a:schemeClr val="tx1"/>
          </a:solidFill>
          <a:latin typeface="+mn-lt"/>
          <a:ea typeface="+mn-ea"/>
          <a:cs typeface="+mn-cs"/>
        </a:defRPr>
      </a:lvl7pPr>
      <a:lvl8pPr marL="2564765" indent="-170815" algn="l" defTabSz="683895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45" kern="1200">
          <a:solidFill>
            <a:schemeClr val="tx1"/>
          </a:solidFill>
          <a:latin typeface="+mn-lt"/>
          <a:ea typeface="+mn-ea"/>
          <a:cs typeface="+mn-cs"/>
        </a:defRPr>
      </a:lvl8pPr>
      <a:lvl9pPr marL="2907030" indent="-170815" algn="l" defTabSz="683895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4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1pPr>
      <a:lvl2pPr marL="342265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2pPr>
      <a:lvl3pPr marL="683895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3pPr>
      <a:lvl4pPr marL="1026160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4pPr>
      <a:lvl5pPr marL="1367790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5pPr>
      <a:lvl6pPr marL="1710055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6pPr>
      <a:lvl7pPr marL="2051685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7pPr>
      <a:lvl8pPr marL="2393950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8pPr>
      <a:lvl9pPr marL="2736215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25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26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" Target="slide12.xml"/><Relationship Id="rId8" Type="http://schemas.openxmlformats.org/officeDocument/2006/relationships/slide" Target="slide11.xml"/><Relationship Id="rId7" Type="http://schemas.openxmlformats.org/officeDocument/2006/relationships/slide" Target="slide10.xml"/><Relationship Id="rId6" Type="http://schemas.openxmlformats.org/officeDocument/2006/relationships/slide" Target="slide8.xml"/><Relationship Id="rId5" Type="http://schemas.openxmlformats.org/officeDocument/2006/relationships/slide" Target="slide6.xml"/><Relationship Id="rId4" Type="http://schemas.openxmlformats.org/officeDocument/2006/relationships/slide" Target="slide5.xml"/><Relationship Id="rId3" Type="http://schemas.openxmlformats.org/officeDocument/2006/relationships/slide" Target="slide7.xml"/><Relationship Id="rId2" Type="http://schemas.openxmlformats.org/officeDocument/2006/relationships/slide" Target="slide4.xml"/><Relationship Id="rId12" Type="http://schemas.openxmlformats.org/officeDocument/2006/relationships/slideLayout" Target="../slideLayouts/slideLayout12.xml"/><Relationship Id="rId11" Type="http://schemas.openxmlformats.org/officeDocument/2006/relationships/tags" Target="../tags/tag127.xml"/><Relationship Id="rId10" Type="http://schemas.openxmlformats.org/officeDocument/2006/relationships/slide" Target="slide13.xml"/><Relationship Id="rId1" Type="http://schemas.openxmlformats.org/officeDocument/2006/relationships/slide" Target="slide9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28.xml"/><Relationship Id="rId2" Type="http://schemas.openxmlformats.org/officeDocument/2006/relationships/image" Target="../media/image3.png"/><Relationship Id="rId1" Type="http://schemas.openxmlformats.org/officeDocument/2006/relationships/slide" Target="slide3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29.xml"/><Relationship Id="rId2" Type="http://schemas.openxmlformats.org/officeDocument/2006/relationships/image" Target="../media/image4.png"/><Relationship Id="rId1" Type="http://schemas.openxmlformats.org/officeDocument/2006/relationships/slide" Target="slide3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30.xml"/><Relationship Id="rId2" Type="http://schemas.openxmlformats.org/officeDocument/2006/relationships/image" Target="../media/image5.png"/><Relationship Id="rId1" Type="http://schemas.openxmlformats.org/officeDocument/2006/relationships/slide" Target="slide3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31.xml"/><Relationship Id="rId2" Type="http://schemas.openxmlformats.org/officeDocument/2006/relationships/image" Target="../media/image6.png"/><Relationship Id="rId1" Type="http://schemas.openxmlformats.org/officeDocument/2006/relationships/slide" Target="slide3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32.xml"/><Relationship Id="rId2" Type="http://schemas.openxmlformats.org/officeDocument/2006/relationships/image" Target="../media/image7.png"/><Relationship Id="rId1" Type="http://schemas.openxmlformats.org/officeDocument/2006/relationships/slide" Target="slide3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33.xml"/><Relationship Id="rId2" Type="http://schemas.openxmlformats.org/officeDocument/2006/relationships/image" Target="../media/image8.png"/><Relationship Id="rId1" Type="http://schemas.openxmlformats.org/officeDocument/2006/relationships/slide" Target="slide3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34.xml"/><Relationship Id="rId2" Type="http://schemas.openxmlformats.org/officeDocument/2006/relationships/image" Target="../media/image9.png"/><Relationship Id="rId1" Type="http://schemas.openxmlformats.org/officeDocument/2006/relationships/slide" Target="slide3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35.xml"/><Relationship Id="rId2" Type="http://schemas.openxmlformats.org/officeDocument/2006/relationships/image" Target="../media/image10.png"/><Relationship Id="rId1" Type="http://schemas.openxmlformats.org/officeDocument/2006/relationships/slide" Target="slide3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36.xml"/><Relationship Id="rId2" Type="http://schemas.openxmlformats.org/officeDocument/2006/relationships/image" Target="../media/image11.png"/><Relationship Id="rId1" Type="http://schemas.openxmlformats.org/officeDocument/2006/relationships/slide" Target="slide3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37.xml"/><Relationship Id="rId2" Type="http://schemas.openxmlformats.org/officeDocument/2006/relationships/image" Target="../media/image12.png"/><Relationship Id="rId1" Type="http://schemas.openxmlformats.org/officeDocument/2006/relationships/slide" Target="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8255" y="643890"/>
            <a:ext cx="4443095" cy="691705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9775" y="1340485"/>
            <a:ext cx="3500120" cy="569785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08940" y="767715"/>
            <a:ext cx="5738495" cy="860425"/>
          </a:xfrm>
          <a:prstGeom prst="rect">
            <a:avLst/>
          </a:prstGeom>
        </p:spPr>
        <p:txBody>
          <a:bodyPr>
            <a:noAutofit/>
          </a:bodyPr>
          <a:p>
            <a:pPr marL="0" indent="0"/>
            <a:r>
              <a:rPr lang="en-US" altLang="zh-CN" sz="2800">
                <a:sym typeface="+mn-ea"/>
              </a:rPr>
              <a:t>Click to see what time is it for.</a:t>
            </a:r>
            <a:endParaRPr lang="en-US" altLang="zh-CN" sz="2800" i="0">
              <a:solidFill>
                <a:srgbClr val="404040"/>
              </a:solidFill>
              <a:latin typeface="DeepSeek-CJK-patch"/>
              <a:ea typeface="DeepSeek-CJK-patch"/>
            </a:endParaRPr>
          </a:p>
        </p:txBody>
      </p:sp>
      <p:sp>
        <p:nvSpPr>
          <p:cNvPr id="3" name="椭圆 2">
            <a:hlinkClick r:id="rId1" action="ppaction://hlinksldjump"/>
          </p:cNvPr>
          <p:cNvSpPr/>
          <p:nvPr/>
        </p:nvSpPr>
        <p:spPr>
          <a:xfrm>
            <a:off x="1080770" y="3493770"/>
            <a:ext cx="349885" cy="38735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椭圆 4">
            <a:hlinkClick r:id="rId2" action="ppaction://hlinksldjump"/>
          </p:cNvPr>
          <p:cNvSpPr/>
          <p:nvPr/>
        </p:nvSpPr>
        <p:spPr>
          <a:xfrm>
            <a:off x="2731770" y="2318385"/>
            <a:ext cx="542925" cy="58293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椭圆 6">
            <a:hlinkClick r:id="rId3" action="ppaction://hlinksldjump"/>
          </p:cNvPr>
          <p:cNvSpPr/>
          <p:nvPr/>
        </p:nvSpPr>
        <p:spPr>
          <a:xfrm>
            <a:off x="3890010" y="5581650"/>
            <a:ext cx="703580" cy="66357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椭圆 7">
            <a:hlinkClick r:id="rId4" action="ppaction://hlinksldjump"/>
          </p:cNvPr>
          <p:cNvSpPr/>
          <p:nvPr/>
        </p:nvSpPr>
        <p:spPr>
          <a:xfrm>
            <a:off x="4150995" y="3072130"/>
            <a:ext cx="590550" cy="628015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椭圆 8">
            <a:hlinkClick r:id="rId5" action="ppaction://hlinksldjump"/>
          </p:cNvPr>
          <p:cNvSpPr/>
          <p:nvPr/>
        </p:nvSpPr>
        <p:spPr>
          <a:xfrm>
            <a:off x="4593590" y="4352290"/>
            <a:ext cx="687705" cy="70040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椭圆 9">
            <a:hlinkClick r:id="rId6" action="ppaction://hlinksldjump"/>
          </p:cNvPr>
          <p:cNvSpPr/>
          <p:nvPr/>
        </p:nvSpPr>
        <p:spPr>
          <a:xfrm>
            <a:off x="2296160" y="5989955"/>
            <a:ext cx="688975" cy="66357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椭圆 10">
            <a:hlinkClick r:id="rId7" action="ppaction://hlinksldjump"/>
          </p:cNvPr>
          <p:cNvSpPr/>
          <p:nvPr/>
        </p:nvSpPr>
        <p:spPr>
          <a:xfrm>
            <a:off x="906145" y="4897120"/>
            <a:ext cx="686435" cy="601345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734695" y="2901315"/>
            <a:ext cx="1561465" cy="4521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lunch</a:t>
            </a:r>
            <a:endParaRPr lang="en-US" altLang="zh-CN" sz="2800" b="1">
              <a:solidFill>
                <a:schemeClr val="accent1">
                  <a:lumMod val="75000"/>
                </a:schemeClr>
              </a:solidFill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993265" y="1821815"/>
            <a:ext cx="2157730" cy="4495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 b="1">
                <a:solidFill>
                  <a:srgbClr val="00B0F0"/>
                </a:solidFill>
                <a:sym typeface="+mn-ea"/>
              </a:rPr>
              <a:t>breakfast</a:t>
            </a:r>
            <a:endParaRPr lang="en-US" altLang="zh-CN" sz="2800" b="1">
              <a:solidFill>
                <a:srgbClr val="00B0F0"/>
              </a:solidFill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150995" y="2500630"/>
            <a:ext cx="891540" cy="4006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 b="1">
                <a:solidFill>
                  <a:schemeClr val="bg1">
                    <a:lumMod val="65000"/>
                  </a:schemeClr>
                </a:solidFill>
              </a:rPr>
              <a:t>bus</a:t>
            </a:r>
            <a:endParaRPr lang="en-US" altLang="zh-CN" sz="2800" b="1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439285" y="3870960"/>
            <a:ext cx="1708150" cy="4876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ym typeface="+mn-ea"/>
              </a:rPr>
              <a:t> </a:t>
            </a:r>
            <a:r>
              <a:rPr lang="en-US" altLang="zh-CN" sz="2800" b="1">
                <a:solidFill>
                  <a:srgbClr val="7030A0"/>
                </a:solidFill>
                <a:sym typeface="+mn-ea"/>
              </a:rPr>
              <a:t>school</a:t>
            </a:r>
            <a:endParaRPr lang="en-US" altLang="zh-CN" sz="2800" b="1">
              <a:solidFill>
                <a:srgbClr val="7030A0"/>
              </a:solidFill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518535" y="5144135"/>
            <a:ext cx="1763395" cy="437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 b="1">
                <a:solidFill>
                  <a:srgbClr val="FFC000"/>
                </a:solidFill>
                <a:sym typeface="+mn-ea"/>
              </a:rPr>
              <a:t>reading</a:t>
            </a:r>
            <a:endParaRPr lang="en-US" altLang="zh-CN" sz="2800" b="1">
              <a:solidFill>
                <a:srgbClr val="FFC000"/>
              </a:solidFill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800225" y="5546090"/>
            <a:ext cx="1854835" cy="437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ym typeface="+mn-ea"/>
              </a:rPr>
              <a:t> </a:t>
            </a:r>
            <a:r>
              <a:rPr lang="en-US" altLang="zh-CN" sz="2800" b="1">
                <a:solidFill>
                  <a:srgbClr val="FF0000"/>
                </a:solidFill>
                <a:sym typeface="+mn-ea"/>
              </a:rPr>
              <a:t>recess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93725" y="4233545"/>
            <a:ext cx="1323975" cy="5727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ym typeface="+mn-ea"/>
              </a:rPr>
              <a:t> </a:t>
            </a:r>
            <a:r>
              <a:rPr lang="en-US" altLang="zh-CN" sz="2800" b="1">
                <a:solidFill>
                  <a:srgbClr val="00B050"/>
                </a:solidFill>
                <a:sym typeface="+mn-ea"/>
              </a:rPr>
              <a:t>math</a:t>
            </a:r>
            <a:endParaRPr lang="en-US" altLang="zh-CN" sz="2800" b="1">
              <a:solidFill>
                <a:srgbClr val="00B050"/>
              </a:solidFill>
              <a:sym typeface="+mn-ea"/>
            </a:endParaRPr>
          </a:p>
        </p:txBody>
      </p:sp>
      <p:sp>
        <p:nvSpPr>
          <p:cNvPr id="6" name="椭圆 5">
            <a:hlinkClick r:id="rId8" action="ppaction://hlinksldjump"/>
          </p:cNvPr>
          <p:cNvSpPr/>
          <p:nvPr/>
        </p:nvSpPr>
        <p:spPr>
          <a:xfrm>
            <a:off x="4741545" y="6979920"/>
            <a:ext cx="590550" cy="628015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4513580" y="6245225"/>
            <a:ext cx="1419860" cy="6045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>
                <a:solidFill>
                  <a:schemeClr val="tx1">
                    <a:lumMod val="95000"/>
                    <a:lumOff val="5000"/>
                  </a:schemeClr>
                </a:solidFill>
              </a:rPr>
              <a:t>music</a:t>
            </a:r>
            <a:endParaRPr lang="en-US" altLang="zh-CN" sz="32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0" name="椭圆 19">
            <a:hlinkClick r:id="rId9" action="ppaction://hlinksldjump"/>
          </p:cNvPr>
          <p:cNvSpPr/>
          <p:nvPr/>
        </p:nvSpPr>
        <p:spPr>
          <a:xfrm>
            <a:off x="906145" y="7198995"/>
            <a:ext cx="590550" cy="628015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530225" y="6611620"/>
            <a:ext cx="18815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>
                <a:solidFill>
                  <a:schemeClr val="accent2">
                    <a:lumMod val="50000"/>
                  </a:schemeClr>
                </a:solidFill>
              </a:rPr>
              <a:t>science</a:t>
            </a:r>
            <a:endParaRPr lang="en-US" altLang="zh-CN" sz="320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3" name="椭圆 22">
            <a:hlinkClick r:id="rId10" action="ppaction://hlinksldjump"/>
          </p:cNvPr>
          <p:cNvSpPr/>
          <p:nvPr/>
        </p:nvSpPr>
        <p:spPr>
          <a:xfrm>
            <a:off x="3274695" y="7395210"/>
            <a:ext cx="590550" cy="62801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2966085" y="6865620"/>
            <a:ext cx="137414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>
                <a:solidFill>
                  <a:srgbClr val="92D050"/>
                </a:solidFill>
              </a:rPr>
              <a:t>home</a:t>
            </a:r>
            <a:endParaRPr lang="en-US" altLang="zh-CN" sz="3200">
              <a:solidFill>
                <a:srgbClr val="92D050"/>
              </a:solidFill>
            </a:endParaRPr>
          </a:p>
        </p:txBody>
      </p:sp>
    </p:spTree>
    <p:custDataLst>
      <p:tags r:id="rId1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252855" y="7964805"/>
            <a:ext cx="4210050" cy="4044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/>
              <a:t>It is time for breakfast.</a:t>
            </a:r>
            <a:endParaRPr lang="en-US" altLang="zh-CN" sz="2800"/>
          </a:p>
        </p:txBody>
      </p:sp>
      <p:sp>
        <p:nvSpPr>
          <p:cNvPr id="3" name="圆角矩形 2">
            <a:hlinkClick r:id="rId1" action="ppaction://hlinksldjump"/>
          </p:cNvPr>
          <p:cNvSpPr/>
          <p:nvPr/>
        </p:nvSpPr>
        <p:spPr>
          <a:xfrm>
            <a:off x="5088255" y="8521065"/>
            <a:ext cx="1423035" cy="45720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hlinkClick r:id="rId1" action="ppaction://hlinksldjump"/>
              </a:rPr>
              <a:t>return</a:t>
            </a:r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4470" y="946785"/>
            <a:ext cx="3987800" cy="641604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51255" y="8163560"/>
            <a:ext cx="4054475" cy="6153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>
                <a:sym typeface="+mn-ea"/>
              </a:rPr>
              <a:t>It is time for bus.</a:t>
            </a:r>
            <a:endParaRPr lang="en-US" altLang="zh-CN" sz="2800"/>
          </a:p>
          <a:p>
            <a:endParaRPr lang="en-US" altLang="zh-CN" sz="2800"/>
          </a:p>
        </p:txBody>
      </p:sp>
      <p:sp>
        <p:nvSpPr>
          <p:cNvPr id="5" name="圆角矩形 4">
            <a:hlinkClick r:id="rId1" action="ppaction://hlinksldjump"/>
          </p:cNvPr>
          <p:cNvSpPr/>
          <p:nvPr/>
        </p:nvSpPr>
        <p:spPr>
          <a:xfrm>
            <a:off x="5088255" y="8521065"/>
            <a:ext cx="1423035" cy="45720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hlinkClick r:id="rId1" action="ppaction://hlinksldjump"/>
              </a:rPr>
              <a:t>return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905" y="450850"/>
            <a:ext cx="4006850" cy="709549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801370" y="8174355"/>
            <a:ext cx="4659630" cy="5556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>
                <a:sym typeface="+mn-ea"/>
              </a:rPr>
              <a:t>It is school time.</a:t>
            </a:r>
            <a:endParaRPr lang="en-US" altLang="zh-CN" sz="2800"/>
          </a:p>
          <a:p>
            <a:endParaRPr lang="en-US" altLang="zh-CN" sz="2800"/>
          </a:p>
        </p:txBody>
      </p:sp>
      <p:sp>
        <p:nvSpPr>
          <p:cNvPr id="4" name="圆角矩形 3">
            <a:hlinkClick r:id="rId1" action="ppaction://hlinksldjump"/>
          </p:cNvPr>
          <p:cNvSpPr/>
          <p:nvPr/>
        </p:nvSpPr>
        <p:spPr>
          <a:xfrm>
            <a:off x="5088255" y="8521065"/>
            <a:ext cx="1423035" cy="45720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hlinkClick r:id="rId1" action="ppaction://hlinksldjump"/>
              </a:rPr>
              <a:t>return</a:t>
            </a:r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150" y="754380"/>
            <a:ext cx="4387850" cy="703135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257300" y="7983855"/>
            <a:ext cx="4427855" cy="5632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>
                <a:sym typeface="+mn-ea"/>
              </a:rPr>
              <a:t>It is time for reading.</a:t>
            </a:r>
            <a:endParaRPr lang="en-US" altLang="zh-CN" sz="2800"/>
          </a:p>
          <a:p>
            <a:endParaRPr lang="en-US" altLang="zh-CN" sz="2800"/>
          </a:p>
          <a:p>
            <a:endParaRPr lang="en-US" altLang="zh-CN" sz="2800" b="1"/>
          </a:p>
        </p:txBody>
      </p:sp>
      <p:sp>
        <p:nvSpPr>
          <p:cNvPr id="4" name="圆角矩形 3">
            <a:hlinkClick r:id="rId1" action="ppaction://hlinksldjump"/>
          </p:cNvPr>
          <p:cNvSpPr/>
          <p:nvPr/>
        </p:nvSpPr>
        <p:spPr>
          <a:xfrm>
            <a:off x="5088255" y="8521065"/>
            <a:ext cx="1423035" cy="45720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hlinkClick r:id="rId1" action="ppaction://hlinksldjump"/>
              </a:rPr>
              <a:t>return</a:t>
            </a:r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210" y="847725"/>
            <a:ext cx="4725670" cy="668274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257300" y="7983855"/>
            <a:ext cx="4427855" cy="5632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>
                <a:sym typeface="+mn-ea"/>
              </a:rPr>
              <a:t>It is recess time .</a:t>
            </a:r>
            <a:endParaRPr lang="en-US" altLang="zh-CN" sz="2800"/>
          </a:p>
          <a:p>
            <a:endParaRPr lang="en-US" altLang="zh-CN" sz="2800"/>
          </a:p>
          <a:p>
            <a:endParaRPr lang="en-US" altLang="zh-CN" sz="2800" b="1"/>
          </a:p>
        </p:txBody>
      </p:sp>
      <p:sp>
        <p:nvSpPr>
          <p:cNvPr id="4" name="圆角矩形 3">
            <a:hlinkClick r:id="rId1" action="ppaction://hlinksldjump"/>
          </p:cNvPr>
          <p:cNvSpPr/>
          <p:nvPr/>
        </p:nvSpPr>
        <p:spPr>
          <a:xfrm>
            <a:off x="5088255" y="8521065"/>
            <a:ext cx="1423035" cy="45720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hlinkClick r:id="rId1" action="ppaction://hlinksldjump"/>
              </a:rPr>
              <a:t>return</a:t>
            </a:r>
            <a:endParaRPr lang="en-US" altLang="zh-CN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590" y="515620"/>
            <a:ext cx="5064125" cy="687387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068070" y="8042910"/>
            <a:ext cx="4210050" cy="5429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>
                <a:sym typeface="+mn-ea"/>
              </a:rPr>
              <a:t>It is time for lunch.</a:t>
            </a:r>
            <a:endParaRPr lang="zh-CN" altLang="en-US" sz="2800"/>
          </a:p>
          <a:p>
            <a:endParaRPr lang="en-US" altLang="zh-CN" sz="2800"/>
          </a:p>
        </p:txBody>
      </p:sp>
      <p:sp>
        <p:nvSpPr>
          <p:cNvPr id="4" name="圆角矩形 3">
            <a:hlinkClick r:id="rId1" action="ppaction://hlinksldjump"/>
          </p:cNvPr>
          <p:cNvSpPr/>
          <p:nvPr/>
        </p:nvSpPr>
        <p:spPr>
          <a:xfrm>
            <a:off x="5088255" y="8521065"/>
            <a:ext cx="1423035" cy="45720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hlinkClick r:id="rId1" action="ppaction://hlinksldjump"/>
              </a:rPr>
              <a:t>return</a:t>
            </a:r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780" y="379095"/>
            <a:ext cx="5001895" cy="665162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069975" y="7962265"/>
            <a:ext cx="3875405" cy="6286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800"/>
              <a:t>It is time for math.</a:t>
            </a:r>
            <a:endParaRPr lang="zh-CN" altLang="en-US" sz="2800"/>
          </a:p>
        </p:txBody>
      </p:sp>
      <p:sp>
        <p:nvSpPr>
          <p:cNvPr id="4" name="圆角矩形 3">
            <a:hlinkClick r:id="rId1" action="ppaction://hlinksldjump"/>
          </p:cNvPr>
          <p:cNvSpPr/>
          <p:nvPr/>
        </p:nvSpPr>
        <p:spPr>
          <a:xfrm>
            <a:off x="5088255" y="8521065"/>
            <a:ext cx="1423035" cy="45720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hlinkClick r:id="rId1" action="ppaction://hlinksldjump"/>
              </a:rPr>
              <a:t>return</a:t>
            </a:r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465" y="658495"/>
            <a:ext cx="4051300" cy="624268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1176655" y="8063865"/>
            <a:ext cx="4298950" cy="6623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>
                <a:sym typeface="+mn-ea"/>
              </a:rPr>
              <a:t>It is time for music time.</a:t>
            </a:r>
            <a:endParaRPr lang="zh-CN" altLang="en-US" sz="2800"/>
          </a:p>
          <a:p>
            <a:endParaRPr lang="en-US" altLang="zh-CN" sz="2800"/>
          </a:p>
        </p:txBody>
      </p:sp>
      <p:sp>
        <p:nvSpPr>
          <p:cNvPr id="6" name="圆角矩形 5">
            <a:hlinkClick r:id="rId1" action="ppaction://hlinksldjump"/>
          </p:cNvPr>
          <p:cNvSpPr/>
          <p:nvPr/>
        </p:nvSpPr>
        <p:spPr>
          <a:xfrm>
            <a:off x="5088255" y="8521065"/>
            <a:ext cx="1423035" cy="45720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hlinkClick r:id="rId1" action="ppaction://hlinksldjump"/>
              </a:rPr>
              <a:t>return</a:t>
            </a:r>
            <a:endParaRPr lang="en-US" altLang="zh-CN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7940" y="1019175"/>
            <a:ext cx="4177665" cy="583247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1176655" y="8063865"/>
            <a:ext cx="5164455" cy="6623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>
                <a:sym typeface="+mn-ea"/>
              </a:rPr>
              <a:t>It is time for music sciencce.</a:t>
            </a:r>
            <a:endParaRPr lang="zh-CN" altLang="en-US" sz="2800"/>
          </a:p>
          <a:p>
            <a:endParaRPr lang="en-US" altLang="zh-CN" sz="2800"/>
          </a:p>
        </p:txBody>
      </p:sp>
      <p:sp>
        <p:nvSpPr>
          <p:cNvPr id="6" name="圆角矩形 5">
            <a:hlinkClick r:id="rId1" action="ppaction://hlinksldjump"/>
          </p:cNvPr>
          <p:cNvSpPr/>
          <p:nvPr/>
        </p:nvSpPr>
        <p:spPr>
          <a:xfrm>
            <a:off x="5088255" y="8521065"/>
            <a:ext cx="1423035" cy="45720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hlinkClick r:id="rId1" action="ppaction://hlinksldjump"/>
              </a:rPr>
              <a:t>return</a:t>
            </a:r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085" y="615950"/>
            <a:ext cx="4739640" cy="652272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1176655" y="8063865"/>
            <a:ext cx="5164455" cy="6623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>
                <a:sym typeface="+mn-ea"/>
              </a:rPr>
              <a:t>It  is   time  for  music  home!</a:t>
            </a:r>
            <a:endParaRPr lang="zh-CN" altLang="en-US" sz="2800"/>
          </a:p>
          <a:p>
            <a:endParaRPr lang="en-US" altLang="zh-CN" sz="2800"/>
          </a:p>
        </p:txBody>
      </p:sp>
      <p:sp>
        <p:nvSpPr>
          <p:cNvPr id="6" name="圆角矩形 5">
            <a:hlinkClick r:id="rId1" action="ppaction://hlinksldjump"/>
          </p:cNvPr>
          <p:cNvSpPr/>
          <p:nvPr/>
        </p:nvSpPr>
        <p:spPr>
          <a:xfrm>
            <a:off x="5088255" y="8521065"/>
            <a:ext cx="1423035" cy="45720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hlinkClick r:id="rId1" action="ppaction://hlinksldjump"/>
              </a:rPr>
              <a:t>return</a:t>
            </a:r>
            <a:endParaRPr lang="en-US" altLang="zh-CN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465" y="597535"/>
            <a:ext cx="4546600" cy="757618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2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385</Words>
  <Application>WPS 演示</Application>
  <PresentationFormat>宽屏</PresentationFormat>
  <Paragraphs>72</Paragraphs>
  <Slides>13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Arial</vt:lpstr>
      <vt:lpstr>宋体</vt:lpstr>
      <vt:lpstr>Wingdings</vt:lpstr>
      <vt:lpstr>Wingdings</vt:lpstr>
      <vt:lpstr>DeepSeek-CJK-patch</vt:lpstr>
      <vt:lpstr>Segoe Print</vt:lpstr>
      <vt:lpstr>微软雅黑</vt:lpstr>
      <vt:lpstr>WPS</vt:lpstr>
      <vt:lpstr>1_WPS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Linda.璽</cp:lastModifiedBy>
  <cp:revision>158</cp:revision>
  <dcterms:created xsi:type="dcterms:W3CDTF">2019-06-19T02:08:00Z</dcterms:created>
  <dcterms:modified xsi:type="dcterms:W3CDTF">2025-04-13T01:41:13Z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A713828281B74B62942B088B468B9DAC_13</vt:lpwstr>
  </property>
</Properties>
</file>