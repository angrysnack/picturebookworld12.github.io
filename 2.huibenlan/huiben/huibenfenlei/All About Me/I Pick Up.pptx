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9" r:id="rId5"/>
    <p:sldId id="268" r:id="rId6"/>
    <p:sldId id="267" r:id="rId7"/>
    <p:sldId id="266" r:id="rId8"/>
    <p:sldId id="265" r:id="rId9"/>
    <p:sldId id="264" r:id="rId10"/>
    <p:sldId id="263" r:id="rId11"/>
    <p:sldId id="262" r:id="rId12"/>
    <p:sldId id="261" r:id="rId13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2" userDrawn="1">
          <p15:clr>
            <a:srgbClr val="A4A3A4"/>
          </p15:clr>
        </p15:guide>
        <p15:guide id="2" pos="21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62"/>
        <p:guide pos="21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27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image" Target="../media/image5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3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873125"/>
            <a:ext cx="3944620" cy="74307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699770"/>
            <a:ext cx="4672965" cy="73983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8940" y="767715"/>
            <a:ext cx="5127625" cy="100774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>
                <a:sym typeface="+mn-ea"/>
              </a:rPr>
              <a:t>Click to see what you pick up.</a:t>
            </a:r>
            <a:endParaRPr lang="en-US" altLang="zh-CN" sz="2800"/>
          </a:p>
          <a:p>
            <a:pPr marL="0" indent="0"/>
            <a:endParaRPr lang="en-US" altLang="zh-CN" sz="28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2731770" y="2318385"/>
            <a:ext cx="542925" cy="582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2" action="ppaction://hlinksldjump"/>
          </p:cNvPr>
          <p:cNvSpPr/>
          <p:nvPr/>
        </p:nvSpPr>
        <p:spPr>
          <a:xfrm>
            <a:off x="3890010" y="5581650"/>
            <a:ext cx="703580" cy="6635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3" action="ppaction://hlinksldjump"/>
          </p:cNvPr>
          <p:cNvSpPr/>
          <p:nvPr/>
        </p:nvSpPr>
        <p:spPr>
          <a:xfrm>
            <a:off x="4301490" y="2986405"/>
            <a:ext cx="590550" cy="628015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4" action="ppaction://hlinksldjump"/>
          </p:cNvPr>
          <p:cNvSpPr/>
          <p:nvPr/>
        </p:nvSpPr>
        <p:spPr>
          <a:xfrm>
            <a:off x="4593590" y="4352290"/>
            <a:ext cx="687705" cy="7004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5" action="ppaction://hlinksldjump"/>
          </p:cNvPr>
          <p:cNvSpPr/>
          <p:nvPr/>
        </p:nvSpPr>
        <p:spPr>
          <a:xfrm>
            <a:off x="1747520" y="5581650"/>
            <a:ext cx="688975" cy="6635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6" action="ppaction://hlinksldjump"/>
          </p:cNvPr>
          <p:cNvSpPr/>
          <p:nvPr/>
        </p:nvSpPr>
        <p:spPr>
          <a:xfrm>
            <a:off x="906145" y="3750945"/>
            <a:ext cx="686435" cy="60134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9505" y="2654300"/>
            <a:ext cx="1035685" cy="247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69845" y="1821815"/>
            <a:ext cx="80645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  <a:sym typeface="+mn-ea"/>
              </a:rPr>
              <a:t>ball</a:t>
            </a:r>
            <a:endParaRPr lang="en-US" altLang="zh-CN" sz="28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50995" y="2500630"/>
            <a:ext cx="1130300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</a:rPr>
              <a:t>book</a:t>
            </a:r>
            <a:endParaRPr lang="en-US" altLang="zh-CN" sz="28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39285" y="3870960"/>
            <a:ext cx="1704340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7030A0"/>
                </a:solidFill>
                <a:sym typeface="+mn-ea"/>
              </a:rPr>
              <a:t>shoes</a:t>
            </a:r>
            <a:endParaRPr lang="en-US" altLang="zh-CN" sz="2800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71900" y="5144135"/>
            <a:ext cx="112014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  <a:sym typeface="+mn-ea"/>
              </a:rPr>
              <a:t>cars</a:t>
            </a:r>
            <a:endParaRPr lang="en-US" altLang="zh-CN" sz="2800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92580" y="4866640"/>
            <a:ext cx="126936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bear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2755" y="3040380"/>
            <a:ext cx="1702435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00B050"/>
                </a:solidFill>
                <a:sym typeface="+mn-ea"/>
              </a:rPr>
              <a:t>blanket</a:t>
            </a:r>
            <a:endParaRPr lang="en-US" altLang="zh-CN" sz="2800" b="1">
              <a:solidFill>
                <a:srgbClr val="00B050"/>
              </a:solidFill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52855" y="7964805"/>
            <a:ext cx="421005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I pick up my ball.</a:t>
            </a:r>
            <a:endParaRPr lang="en-US" altLang="zh-CN" sz="2800"/>
          </a:p>
        </p:txBody>
      </p:sp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10" y="915035"/>
            <a:ext cx="3935730" cy="67329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1255" y="8163560"/>
            <a:ext cx="405447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 I pick up my book.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20" y="583565"/>
            <a:ext cx="4726305" cy="7146290"/>
          </a:xfrm>
          <a:prstGeom prst="rect">
            <a:avLst/>
          </a:prstGeom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8855" y="7982585"/>
            <a:ext cx="3890645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 I pick up my shoes.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320" y="634365"/>
            <a:ext cx="3837305" cy="6156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7605" y="7618730"/>
            <a:ext cx="419862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 I pick up my hat.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961390"/>
            <a:ext cx="4377055" cy="58559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69010" y="7618095"/>
            <a:ext cx="44278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 I pick up my teddy bear.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994410"/>
            <a:ext cx="4139565" cy="5946775"/>
          </a:xfrm>
          <a:prstGeom prst="rect">
            <a:avLst/>
          </a:prstGeom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9975" y="7962265"/>
            <a:ext cx="3875405" cy="62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1185545"/>
            <a:ext cx="4102735" cy="56432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19175" y="7280275"/>
            <a:ext cx="4889500" cy="765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3200">
                <a:sym typeface="+mn-ea"/>
              </a:rPr>
              <a:t> I pick up my teddy cars.</a:t>
            </a:r>
            <a:endParaRPr lang="en-US" altLang="zh-CN" sz="3200"/>
          </a:p>
          <a:p>
            <a:pPr algn="l"/>
            <a:endParaRPr lang="en-US" altLang="zh-CN" sz="3200"/>
          </a:p>
          <a:p>
            <a:pPr algn="l"/>
            <a:endParaRPr lang="en-US" altLang="zh-CN" sz="3200" b="1"/>
          </a:p>
          <a:p>
            <a:pPr algn="l"/>
            <a:endParaRPr lang="zh-CN" altLang="en-US" sz="3200"/>
          </a:p>
        </p:txBody>
      </p:sp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8070" y="8042910"/>
            <a:ext cx="421005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371600"/>
            <a:ext cx="3618230" cy="5453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82700" y="7145020"/>
            <a:ext cx="4400550" cy="79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3200">
                <a:sym typeface="+mn-ea"/>
              </a:rPr>
              <a:t>I pick up my blanket.</a:t>
            </a:r>
            <a:endParaRPr lang="zh-CN" altLang="en-US" sz="3200"/>
          </a:p>
        </p:txBody>
      </p:sp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WPS 演示</Application>
  <PresentationFormat>宽屏</PresentationFormat>
  <Paragraphs>49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DeepSeek-CJK-patch</vt:lpstr>
      <vt:lpstr>微软雅黑</vt:lpstr>
      <vt:lpstr>Segoe Print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ADB4B81802934CC2ACD74B931950C59E_13</vt:lpwstr>
  </property>
</Properties>
</file>