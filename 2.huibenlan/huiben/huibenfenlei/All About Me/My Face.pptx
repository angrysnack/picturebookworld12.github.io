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6" r:id="rId6"/>
    <p:sldId id="273" r:id="rId7"/>
    <p:sldId id="274" r:id="rId8"/>
    <p:sldId id="275" r:id="rId9"/>
    <p:sldId id="276" r:id="rId10"/>
    <p:sldId id="277" r:id="rId11"/>
    <p:sldId id="278" r:id="rId12"/>
  </p:sldIdLst>
  <p:sldSz cx="685800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9857424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4368" y="1043294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" Target="slide7.xml"/><Relationship Id="rId7" Type="http://schemas.openxmlformats.org/officeDocument/2006/relationships/slide" Target="slide8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4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截图 2025-04-12 2028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1365250"/>
            <a:ext cx="6103620" cy="9461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0" y="339090"/>
            <a:ext cx="6697980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latin typeface="+mj-ea"/>
                <a:ea typeface="+mj-ea"/>
              </a:rPr>
              <a:t>Click on the colored buttons to start getting to know them!</a:t>
            </a:r>
            <a:endParaRPr lang="en-US" altLang="zh-CN" sz="32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469265" y="4370705"/>
            <a:ext cx="554990" cy="5746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1" name="椭圆 10">
            <a:hlinkClick r:id="rId2" action="ppaction://hlinksldjump"/>
          </p:cNvPr>
          <p:cNvSpPr/>
          <p:nvPr/>
        </p:nvSpPr>
        <p:spPr>
          <a:xfrm>
            <a:off x="2416175" y="4370705"/>
            <a:ext cx="554990" cy="5746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2" name="椭圆 11">
            <a:hlinkClick r:id="rId3" action="ppaction://hlinksldjump"/>
          </p:cNvPr>
          <p:cNvSpPr/>
          <p:nvPr/>
        </p:nvSpPr>
        <p:spPr>
          <a:xfrm>
            <a:off x="4152900" y="4370705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3" name="椭圆 12">
            <a:hlinkClick r:id="rId4" action="ppaction://hlinksldjump"/>
          </p:cNvPr>
          <p:cNvSpPr/>
          <p:nvPr/>
        </p:nvSpPr>
        <p:spPr>
          <a:xfrm>
            <a:off x="5888990" y="437134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4" name="椭圆 13">
            <a:hlinkClick r:id="rId5" action="ppaction://hlinksldjump"/>
          </p:cNvPr>
          <p:cNvSpPr/>
          <p:nvPr/>
        </p:nvSpPr>
        <p:spPr>
          <a:xfrm>
            <a:off x="5374005" y="8623300"/>
            <a:ext cx="554990" cy="5746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3951605" y="8623300"/>
            <a:ext cx="554990" cy="5746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2214880" y="862330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7" name="椭圆 16">
            <a:hlinkClick r:id="rId8" action="ppaction://hlinksldjump"/>
          </p:cNvPr>
          <p:cNvSpPr/>
          <p:nvPr/>
        </p:nvSpPr>
        <p:spPr>
          <a:xfrm>
            <a:off x="600710" y="8623300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pic>
        <p:nvPicPr>
          <p:cNvPr id="3" name="图片 2" descr="屏幕截图 2025-04-12 202840"/>
          <p:cNvPicPr>
            <a:picLocks noChangeAspect="1"/>
          </p:cNvPicPr>
          <p:nvPr/>
        </p:nvPicPr>
        <p:blipFill>
          <a:blip r:embed="rId9"/>
          <a:srcRect b="12932"/>
          <a:stretch>
            <a:fillRect/>
          </a:stretch>
        </p:blipFill>
        <p:spPr>
          <a:xfrm>
            <a:off x="386715" y="1915160"/>
            <a:ext cx="1342390" cy="1889760"/>
          </a:xfrm>
          <a:prstGeom prst="rect">
            <a:avLst/>
          </a:prstGeom>
        </p:spPr>
      </p:pic>
      <p:pic>
        <p:nvPicPr>
          <p:cNvPr id="4" name="图片 3" descr="屏幕截图 2025-04-12 202845"/>
          <p:cNvPicPr>
            <a:picLocks noChangeAspect="1"/>
          </p:cNvPicPr>
          <p:nvPr/>
        </p:nvPicPr>
        <p:blipFill>
          <a:blip r:embed="rId10"/>
          <a:srcRect b="12535"/>
          <a:stretch>
            <a:fillRect/>
          </a:stretch>
        </p:blipFill>
        <p:spPr>
          <a:xfrm>
            <a:off x="1934210" y="1846580"/>
            <a:ext cx="1376680" cy="1958340"/>
          </a:xfrm>
          <a:prstGeom prst="rect">
            <a:avLst/>
          </a:prstGeom>
        </p:spPr>
      </p:pic>
      <p:pic>
        <p:nvPicPr>
          <p:cNvPr id="5" name="图片 4" descr="屏幕截图 2025-04-12 202851"/>
          <p:cNvPicPr>
            <a:picLocks noChangeAspect="1"/>
          </p:cNvPicPr>
          <p:nvPr/>
        </p:nvPicPr>
        <p:blipFill>
          <a:blip r:embed="rId11"/>
          <a:srcRect b="12248"/>
          <a:stretch>
            <a:fillRect/>
          </a:stretch>
        </p:blipFill>
        <p:spPr>
          <a:xfrm>
            <a:off x="3684905" y="2046605"/>
            <a:ext cx="1351280" cy="1938020"/>
          </a:xfrm>
          <a:prstGeom prst="rect">
            <a:avLst/>
          </a:prstGeom>
        </p:spPr>
      </p:pic>
      <p:pic>
        <p:nvPicPr>
          <p:cNvPr id="6" name="图片 5" descr="屏幕截图 2025-04-12 202857"/>
          <p:cNvPicPr>
            <a:picLocks noChangeAspect="1"/>
          </p:cNvPicPr>
          <p:nvPr/>
        </p:nvPicPr>
        <p:blipFill>
          <a:blip r:embed="rId12"/>
          <a:srcRect b="12319"/>
          <a:stretch>
            <a:fillRect/>
          </a:stretch>
        </p:blipFill>
        <p:spPr>
          <a:xfrm>
            <a:off x="5342890" y="2059305"/>
            <a:ext cx="1355090" cy="1925320"/>
          </a:xfrm>
          <a:prstGeom prst="rect">
            <a:avLst/>
          </a:prstGeom>
        </p:spPr>
      </p:pic>
      <p:pic>
        <p:nvPicPr>
          <p:cNvPr id="7" name="图片 6" descr="屏幕截图 2025-04-12 202902"/>
          <p:cNvPicPr>
            <a:picLocks noChangeAspect="1"/>
          </p:cNvPicPr>
          <p:nvPr/>
        </p:nvPicPr>
        <p:blipFill>
          <a:blip r:embed="rId13"/>
          <a:srcRect b="10863"/>
          <a:stretch>
            <a:fillRect/>
          </a:stretch>
        </p:blipFill>
        <p:spPr>
          <a:xfrm>
            <a:off x="386715" y="6080125"/>
            <a:ext cx="1342390" cy="1979930"/>
          </a:xfrm>
          <a:prstGeom prst="rect">
            <a:avLst/>
          </a:prstGeom>
        </p:spPr>
      </p:pic>
      <p:pic>
        <p:nvPicPr>
          <p:cNvPr id="8" name="图片 7" descr="屏幕截图 2025-04-12 202908"/>
          <p:cNvPicPr>
            <a:picLocks noChangeAspect="1"/>
          </p:cNvPicPr>
          <p:nvPr/>
        </p:nvPicPr>
        <p:blipFill>
          <a:blip r:embed="rId14"/>
          <a:srcRect b="13556"/>
          <a:stretch>
            <a:fillRect/>
          </a:stretch>
        </p:blipFill>
        <p:spPr>
          <a:xfrm>
            <a:off x="1955165" y="6226175"/>
            <a:ext cx="1355725" cy="1935480"/>
          </a:xfrm>
          <a:prstGeom prst="rect">
            <a:avLst/>
          </a:prstGeom>
        </p:spPr>
      </p:pic>
      <p:pic>
        <p:nvPicPr>
          <p:cNvPr id="9" name="图片 8" descr="屏幕截图 2025-04-12 202913"/>
          <p:cNvPicPr>
            <a:picLocks noChangeAspect="1"/>
          </p:cNvPicPr>
          <p:nvPr/>
        </p:nvPicPr>
        <p:blipFill>
          <a:blip r:embed="rId15"/>
          <a:srcRect b="11370"/>
          <a:stretch>
            <a:fillRect/>
          </a:stretch>
        </p:blipFill>
        <p:spPr>
          <a:xfrm>
            <a:off x="3536950" y="6080125"/>
            <a:ext cx="1384935" cy="1979930"/>
          </a:xfrm>
          <a:prstGeom prst="rect">
            <a:avLst/>
          </a:prstGeom>
        </p:spPr>
      </p:pic>
      <p:pic>
        <p:nvPicPr>
          <p:cNvPr id="10" name="图片 9" descr="屏幕截图 2025-04-12 202919"/>
          <p:cNvPicPr>
            <a:picLocks noChangeAspect="1"/>
          </p:cNvPicPr>
          <p:nvPr/>
        </p:nvPicPr>
        <p:blipFill>
          <a:blip r:embed="rId16"/>
          <a:srcRect b="11455"/>
          <a:stretch>
            <a:fillRect/>
          </a:stretch>
        </p:blipFill>
        <p:spPr>
          <a:xfrm>
            <a:off x="5147945" y="6096635"/>
            <a:ext cx="1397635" cy="196342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11" name="图片 10" descr="屏幕截图 2025-04-12 2028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" y="736600"/>
            <a:ext cx="6631940" cy="1071943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736465" y="10697210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8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" y="633730"/>
            <a:ext cx="6719570" cy="1092454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36490" y="11350625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8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2125"/>
            <a:ext cx="6858000" cy="1120838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601210" y="10866120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8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" y="666750"/>
            <a:ext cx="6703060" cy="1085850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194935" y="10764520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9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" y="573405"/>
            <a:ext cx="6677025" cy="1104519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28235" y="10888345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9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" y="589280"/>
            <a:ext cx="6670040" cy="1101344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318760" y="10697210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9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6420"/>
            <a:ext cx="6858000" cy="1106043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747260" y="10805160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29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56590"/>
            <a:ext cx="6859270" cy="1088009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87595" y="10772775"/>
            <a:ext cx="1663065" cy="6623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宽屏</PresentationFormat>
  <Paragraphs>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162</cp:revision>
  <dcterms:created xsi:type="dcterms:W3CDTF">2019-06-19T02:08:00Z</dcterms:created>
  <dcterms:modified xsi:type="dcterms:W3CDTF">2025-04-13T01:31:03Z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