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65" r:id="rId5"/>
    <p:sldId id="264" r:id="rId6"/>
    <p:sldId id="263" r:id="rId7"/>
    <p:sldId id="262" r:id="rId8"/>
    <p:sldId id="261" r:id="rId9"/>
    <p:sldId id="260" r:id="rId10"/>
    <p:sldId id="259" r:id="rId11"/>
    <p:sldId id="258" r:id="rId12"/>
    <p:sldId id="266" r:id="rId13"/>
    <p:sldId id="267" r:id="rId14"/>
  </p:sldIdLst>
  <p:sldSz cx="6839585" cy="93599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48" userDrawn="1">
          <p15:clr>
            <a:srgbClr val="A4A3A4"/>
          </p15:clr>
        </p15:guide>
        <p15:guide id="2" pos="215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948"/>
        <p:guide pos="215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672555" y="1248000"/>
            <a:ext cx="5497583" cy="3508157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49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672555" y="4859338"/>
            <a:ext cx="5497583" cy="2009575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795" spc="200"/>
            </a:lvl1pPr>
            <a:lvl2pPr marL="342265" indent="0" algn="ctr">
              <a:buNone/>
              <a:defRPr sz="1495"/>
            </a:lvl2pPr>
            <a:lvl3pPr marL="683895" indent="0" algn="ctr">
              <a:buNone/>
              <a:defRPr sz="1345"/>
            </a:lvl3pPr>
            <a:lvl4pPr marL="1026160" indent="0" algn="ctr">
              <a:buNone/>
              <a:defRPr sz="1195"/>
            </a:lvl4pPr>
            <a:lvl5pPr marL="1367790" indent="0" algn="ctr">
              <a:buNone/>
              <a:defRPr sz="1195"/>
            </a:lvl5pPr>
            <a:lvl6pPr marL="1710055" indent="0" algn="ctr">
              <a:buNone/>
              <a:defRPr sz="1195"/>
            </a:lvl6pPr>
            <a:lvl7pPr marL="2051685" indent="0" algn="ctr">
              <a:buNone/>
              <a:defRPr sz="1195"/>
            </a:lvl7pPr>
            <a:lvl8pPr marL="2393950" indent="0" algn="ctr">
              <a:buNone/>
              <a:defRPr sz="1195"/>
            </a:lvl8pPr>
            <a:lvl9pPr marL="2736215" indent="0" algn="ctr">
              <a:buNone/>
              <a:defRPr sz="1195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341327" y="2034142"/>
            <a:ext cx="6153981" cy="6495496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16886" y="5252409"/>
            <a:ext cx="4358481" cy="1046551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29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116886" y="6298961"/>
            <a:ext cx="4358481" cy="1184126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34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26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2pPr>
            <a:lvl3pPr marL="68389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3pPr>
            <a:lvl4pPr marL="1026160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4pPr>
            <a:lvl5pPr marL="1367790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5pPr>
            <a:lvl6pPr marL="171005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6pPr>
            <a:lvl7pPr marL="205168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7pPr>
            <a:lvl8pPr marL="2393950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8pPr>
            <a:lvl9pPr marL="273621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341327" y="2048882"/>
            <a:ext cx="2904307" cy="6480756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597059" y="2048882"/>
            <a:ext cx="2904307" cy="6480756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341327" y="1950614"/>
            <a:ext cx="2997213" cy="520819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49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265" indent="0">
              <a:buNone/>
              <a:defRPr sz="1495" b="1"/>
            </a:lvl2pPr>
            <a:lvl3pPr marL="683895" indent="0">
              <a:buNone/>
              <a:defRPr sz="1345" b="1"/>
            </a:lvl3pPr>
            <a:lvl4pPr marL="1026160" indent="0">
              <a:buNone/>
              <a:defRPr sz="1195" b="1"/>
            </a:lvl4pPr>
            <a:lvl5pPr marL="1367790" indent="0">
              <a:buNone/>
              <a:defRPr sz="1195" b="1"/>
            </a:lvl5pPr>
            <a:lvl6pPr marL="1710055" indent="0">
              <a:buNone/>
              <a:defRPr sz="1195" b="1"/>
            </a:lvl6pPr>
            <a:lvl7pPr marL="2051685" indent="0">
              <a:buNone/>
              <a:defRPr sz="1195" b="1"/>
            </a:lvl7pPr>
            <a:lvl8pPr marL="2393950" indent="0">
              <a:buNone/>
              <a:defRPr sz="1195" b="1"/>
            </a:lvl8pPr>
            <a:lvl9pPr marL="2736215" indent="0">
              <a:buNone/>
              <a:defRPr sz="1195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41327" y="2530394"/>
            <a:ext cx="2997213" cy="5999244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3498403" y="1940417"/>
            <a:ext cx="2997213" cy="520819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49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265" indent="0">
              <a:buNone/>
              <a:defRPr sz="1495" b="1"/>
            </a:lvl2pPr>
            <a:lvl3pPr marL="683895" indent="0">
              <a:buNone/>
              <a:defRPr sz="1345" b="1"/>
            </a:lvl3pPr>
            <a:lvl4pPr marL="1026160" indent="0">
              <a:buNone/>
              <a:defRPr sz="1195" b="1"/>
            </a:lvl4pPr>
            <a:lvl5pPr marL="1367790" indent="0">
              <a:buNone/>
              <a:defRPr sz="1195" b="1"/>
            </a:lvl5pPr>
            <a:lvl6pPr marL="1710055" indent="0">
              <a:buNone/>
              <a:defRPr sz="1195" b="1"/>
            </a:lvl6pPr>
            <a:lvl7pPr marL="2051685" indent="0">
              <a:buNone/>
              <a:defRPr sz="1195" b="1"/>
            </a:lvl7pPr>
            <a:lvl8pPr marL="2393950" indent="0">
              <a:buNone/>
              <a:defRPr sz="1195" b="1"/>
            </a:lvl8pPr>
            <a:lvl9pPr marL="2736215" indent="0">
              <a:buNone/>
              <a:defRPr sz="1195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3498403" y="2530394"/>
            <a:ext cx="2997213" cy="5999244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341327" y="2122583"/>
            <a:ext cx="2935880" cy="6289134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195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3562725" y="2122583"/>
            <a:ext cx="2932583" cy="6289134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195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5741965" y="1248000"/>
            <a:ext cx="585709" cy="68640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09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13000" y="1248000"/>
            <a:ext cx="5144138" cy="6864000"/>
          </a:xfrm>
        </p:spPr>
        <p:txBody>
          <a:bodyPr vert="eaVert" lIns="46800" tIns="46800" rIns="46800" bIns="46800"/>
          <a:lstStyle>
            <a:lvl1pPr marL="170815" indent="-170815">
              <a:spcAft>
                <a:spcPts val="1000"/>
              </a:spcAft>
              <a:defRPr spc="300"/>
            </a:lvl1pPr>
            <a:lvl2pPr marL="513080" indent="-170815">
              <a:defRPr spc="300"/>
            </a:lvl2pPr>
            <a:lvl3pPr marL="854710" indent="-170815">
              <a:defRPr spc="300"/>
            </a:lvl3pPr>
            <a:lvl4pPr marL="1196975" indent="-170815">
              <a:defRPr spc="300"/>
            </a:lvl4pPr>
            <a:lvl5pPr marL="1539240" indent="-170815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341327" y="1056378"/>
            <a:ext cx="6156000" cy="748308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72555" y="3390236"/>
            <a:ext cx="5497583" cy="1390488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49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72555" y="4859338"/>
            <a:ext cx="5497583" cy="643654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795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672555" y="1248000"/>
            <a:ext cx="5497583" cy="3508157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49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672555" y="4859338"/>
            <a:ext cx="5497583" cy="2009575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795" spc="200"/>
            </a:lvl1pPr>
            <a:lvl2pPr marL="342265" indent="0" algn="ctr">
              <a:buNone/>
              <a:defRPr sz="1495"/>
            </a:lvl2pPr>
            <a:lvl3pPr marL="683895" indent="0" algn="ctr">
              <a:buNone/>
              <a:defRPr sz="1345"/>
            </a:lvl3pPr>
            <a:lvl4pPr marL="1026160" indent="0" algn="ctr">
              <a:buNone/>
              <a:defRPr sz="1195"/>
            </a:lvl4pPr>
            <a:lvl5pPr marL="1367790" indent="0" algn="ctr">
              <a:buNone/>
              <a:defRPr sz="1195"/>
            </a:lvl5pPr>
            <a:lvl6pPr marL="1710055" indent="0" algn="ctr">
              <a:buNone/>
              <a:defRPr sz="1195"/>
            </a:lvl6pPr>
            <a:lvl7pPr marL="2051685" indent="0" algn="ctr">
              <a:buNone/>
              <a:defRPr sz="1195"/>
            </a:lvl7pPr>
            <a:lvl8pPr marL="2393950" indent="0" algn="ctr">
              <a:buNone/>
              <a:defRPr sz="1195"/>
            </a:lvl8pPr>
            <a:lvl9pPr marL="2736215" indent="0" algn="ctr">
              <a:buNone/>
              <a:defRPr sz="1195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341327" y="2034142"/>
            <a:ext cx="6153981" cy="6495496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16886" y="5252409"/>
            <a:ext cx="4358481" cy="1046551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29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116886" y="6298961"/>
            <a:ext cx="4358481" cy="1184126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34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26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2pPr>
            <a:lvl3pPr marL="68389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3pPr>
            <a:lvl4pPr marL="1026160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4pPr>
            <a:lvl5pPr marL="1367790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5pPr>
            <a:lvl6pPr marL="171005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6pPr>
            <a:lvl7pPr marL="205168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7pPr>
            <a:lvl8pPr marL="2393950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8pPr>
            <a:lvl9pPr marL="273621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341327" y="2048882"/>
            <a:ext cx="2904307" cy="6480756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597059" y="2048882"/>
            <a:ext cx="2904307" cy="6480756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341327" y="1950614"/>
            <a:ext cx="2997213" cy="520819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49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265" indent="0">
              <a:buNone/>
              <a:defRPr sz="1495" b="1"/>
            </a:lvl2pPr>
            <a:lvl3pPr marL="683895" indent="0">
              <a:buNone/>
              <a:defRPr sz="1345" b="1"/>
            </a:lvl3pPr>
            <a:lvl4pPr marL="1026160" indent="0">
              <a:buNone/>
              <a:defRPr sz="1195" b="1"/>
            </a:lvl4pPr>
            <a:lvl5pPr marL="1367790" indent="0">
              <a:buNone/>
              <a:defRPr sz="1195" b="1"/>
            </a:lvl5pPr>
            <a:lvl6pPr marL="1710055" indent="0">
              <a:buNone/>
              <a:defRPr sz="1195" b="1"/>
            </a:lvl6pPr>
            <a:lvl7pPr marL="2051685" indent="0">
              <a:buNone/>
              <a:defRPr sz="1195" b="1"/>
            </a:lvl7pPr>
            <a:lvl8pPr marL="2393950" indent="0">
              <a:buNone/>
              <a:defRPr sz="1195" b="1"/>
            </a:lvl8pPr>
            <a:lvl9pPr marL="2736215" indent="0">
              <a:buNone/>
              <a:defRPr sz="1195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41327" y="2530394"/>
            <a:ext cx="2997213" cy="5999244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3498403" y="1940417"/>
            <a:ext cx="2997213" cy="520819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49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265" indent="0">
              <a:buNone/>
              <a:defRPr sz="1495" b="1"/>
            </a:lvl2pPr>
            <a:lvl3pPr marL="683895" indent="0">
              <a:buNone/>
              <a:defRPr sz="1345" b="1"/>
            </a:lvl3pPr>
            <a:lvl4pPr marL="1026160" indent="0">
              <a:buNone/>
              <a:defRPr sz="1195" b="1"/>
            </a:lvl4pPr>
            <a:lvl5pPr marL="1367790" indent="0">
              <a:buNone/>
              <a:defRPr sz="1195" b="1"/>
            </a:lvl5pPr>
            <a:lvl6pPr marL="1710055" indent="0">
              <a:buNone/>
              <a:defRPr sz="1195" b="1"/>
            </a:lvl6pPr>
            <a:lvl7pPr marL="2051685" indent="0">
              <a:buNone/>
              <a:defRPr sz="1195" b="1"/>
            </a:lvl7pPr>
            <a:lvl8pPr marL="2393950" indent="0">
              <a:buNone/>
              <a:defRPr sz="1195" b="1"/>
            </a:lvl8pPr>
            <a:lvl9pPr marL="2736215" indent="0">
              <a:buNone/>
              <a:defRPr sz="1195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3498403" y="2530394"/>
            <a:ext cx="2997213" cy="5999244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341327" y="2122583"/>
            <a:ext cx="2935880" cy="6289134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195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3562725" y="2122583"/>
            <a:ext cx="2932583" cy="6289134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195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5741965" y="1248000"/>
            <a:ext cx="585709" cy="68640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09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13000" y="1248000"/>
            <a:ext cx="5144138" cy="6864000"/>
          </a:xfrm>
        </p:spPr>
        <p:txBody>
          <a:bodyPr vert="eaVert" lIns="46800" tIns="46800" rIns="46800" bIns="46800"/>
          <a:lstStyle>
            <a:lvl1pPr marL="170815" indent="-170815">
              <a:spcAft>
                <a:spcPts val="1000"/>
              </a:spcAft>
              <a:defRPr spc="300"/>
            </a:lvl1pPr>
            <a:lvl2pPr marL="513080" indent="-170815">
              <a:defRPr spc="300"/>
            </a:lvl2pPr>
            <a:lvl3pPr marL="854710" indent="-170815">
              <a:defRPr spc="300"/>
            </a:lvl3pPr>
            <a:lvl4pPr marL="1196975" indent="-170815">
              <a:defRPr spc="300"/>
            </a:lvl4pPr>
            <a:lvl5pPr marL="1539240" indent="-170815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341327" y="1056378"/>
            <a:ext cx="6156000" cy="748308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72555" y="3390236"/>
            <a:ext cx="5497583" cy="1390488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49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72555" y="4859338"/>
            <a:ext cx="5497583" cy="643654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795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124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341327" y="830362"/>
            <a:ext cx="6153981" cy="963024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341327" y="2034142"/>
            <a:ext cx="6153981" cy="6495496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343346" y="8618079"/>
            <a:ext cx="1514764" cy="432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2309173" y="8618079"/>
            <a:ext cx="2221654" cy="432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4980544" y="8618079"/>
            <a:ext cx="1514764" cy="432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3895" rtl="0" eaLnBrk="1" fontAlgn="auto" latinLnBrk="0" hangingPunct="1">
        <a:lnSpc>
          <a:spcPct val="100000"/>
        </a:lnSpc>
        <a:spcBef>
          <a:spcPct val="0"/>
        </a:spcBef>
        <a:buNone/>
        <a:defRPr sz="2695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70815" indent="-170815" algn="l" defTabSz="683895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134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13080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203960" algn="l"/>
          <a:tab pos="1203960" algn="l"/>
          <a:tab pos="1203960" algn="l"/>
          <a:tab pos="1203960" algn="l"/>
        </a:tabLst>
        <a:defRPr sz="119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854710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119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196975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charset="0"/>
        <a:buChar char=""/>
        <a:defRPr sz="104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539240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104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1880870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6pPr>
      <a:lvl7pPr marL="2223135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7pPr>
      <a:lvl8pPr marL="2564765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8pPr>
      <a:lvl9pPr marL="2907030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1pPr>
      <a:lvl2pPr marL="34226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2pPr>
      <a:lvl3pPr marL="68389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3pPr>
      <a:lvl4pPr marL="102616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4pPr>
      <a:lvl5pPr marL="136779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5pPr>
      <a:lvl6pPr marL="171005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6pPr>
      <a:lvl7pPr marL="205168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7pPr>
      <a:lvl8pPr marL="239395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8pPr>
      <a:lvl9pPr marL="273621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341327" y="830362"/>
            <a:ext cx="6153981" cy="963024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341327" y="2034142"/>
            <a:ext cx="6153981" cy="6495496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343346" y="8618079"/>
            <a:ext cx="1514764" cy="432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2309173" y="8618079"/>
            <a:ext cx="2221654" cy="432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4980544" y="8618079"/>
            <a:ext cx="1514764" cy="432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3895" rtl="0" eaLnBrk="1" fontAlgn="auto" latinLnBrk="0" hangingPunct="1">
        <a:lnSpc>
          <a:spcPct val="100000"/>
        </a:lnSpc>
        <a:spcBef>
          <a:spcPct val="0"/>
        </a:spcBef>
        <a:buNone/>
        <a:defRPr sz="2695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70815" indent="-170815" algn="l" defTabSz="683895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134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13080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203960" algn="l"/>
          <a:tab pos="1203960" algn="l"/>
          <a:tab pos="1203960" algn="l"/>
          <a:tab pos="1203960" algn="l"/>
        </a:tabLst>
        <a:defRPr sz="119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854710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119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196975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charset="0"/>
        <a:buChar char=""/>
        <a:defRPr sz="104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539240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104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1880870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6pPr>
      <a:lvl7pPr marL="2223135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7pPr>
      <a:lvl8pPr marL="2564765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8pPr>
      <a:lvl9pPr marL="2907030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1pPr>
      <a:lvl2pPr marL="34226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2pPr>
      <a:lvl3pPr marL="68389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3pPr>
      <a:lvl4pPr marL="102616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4pPr>
      <a:lvl5pPr marL="136779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5pPr>
      <a:lvl6pPr marL="171005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6pPr>
      <a:lvl7pPr marL="205168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7pPr>
      <a:lvl8pPr marL="239395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8pPr>
      <a:lvl9pPr marL="273621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25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26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tags" Target="../tags/tag127.xml"/><Relationship Id="rId7" Type="http://schemas.openxmlformats.org/officeDocument/2006/relationships/slide" Target="slide5.xml"/><Relationship Id="rId6" Type="http://schemas.openxmlformats.org/officeDocument/2006/relationships/slide" Target="slide7.xml"/><Relationship Id="rId5" Type="http://schemas.openxmlformats.org/officeDocument/2006/relationships/slide" Target="slide8.xml"/><Relationship Id="rId4" Type="http://schemas.openxmlformats.org/officeDocument/2006/relationships/slide" Target="slide10.xml"/><Relationship Id="rId3" Type="http://schemas.openxmlformats.org/officeDocument/2006/relationships/slide" Target="slide6.xml"/><Relationship Id="rId2" Type="http://schemas.openxmlformats.org/officeDocument/2006/relationships/slide" Target="slide4.xml"/><Relationship Id="rId1" Type="http://schemas.openxmlformats.org/officeDocument/2006/relationships/slide" Target="slide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28.xml"/><Relationship Id="rId2" Type="http://schemas.openxmlformats.org/officeDocument/2006/relationships/slide" Target="slide3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29.xml"/><Relationship Id="rId2" Type="http://schemas.openxmlformats.org/officeDocument/2006/relationships/slide" Target="slide3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30.xml"/><Relationship Id="rId2" Type="http://schemas.openxmlformats.org/officeDocument/2006/relationships/slide" Target="slide3.xml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31.xml"/><Relationship Id="rId2" Type="http://schemas.openxmlformats.org/officeDocument/2006/relationships/slide" Target="slide3.xml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32.xml"/><Relationship Id="rId2" Type="http://schemas.openxmlformats.org/officeDocument/2006/relationships/slide" Target="slide3.xml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33.xml"/><Relationship Id="rId2" Type="http://schemas.openxmlformats.org/officeDocument/2006/relationships/slide" Target="slide3.xml"/><Relationship Id="rId1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34.xml"/><Relationship Id="rId2" Type="http://schemas.openxmlformats.org/officeDocument/2006/relationships/slide" Target="slide3.xml"/><Relationship Id="rId1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35.xml"/><Relationship Id="rId1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40f66971536f0c0a3aa795ce774a08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6680" y="906145"/>
            <a:ext cx="4086225" cy="690689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f2f97df754596474ee970f871191e87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015" y="596900"/>
            <a:ext cx="5329555" cy="775208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5590" y="974725"/>
            <a:ext cx="5454015" cy="396875"/>
          </a:xfrm>
          <a:prstGeom prst="rect">
            <a:avLst/>
          </a:prstGeom>
        </p:spPr>
        <p:txBody>
          <a:bodyPr>
            <a:noAutofit/>
          </a:bodyPr>
          <a:p>
            <a:pPr marL="0" indent="0" algn="l"/>
            <a:r>
              <a:rPr lang="en-US" altLang="zh-CN" sz="1600" i="0">
                <a:solidFill>
                  <a:srgbClr val="404040"/>
                </a:solidFill>
                <a:latin typeface="DeepSeek-CJK-patch"/>
                <a:ea typeface="DeepSeek-CJK-patch"/>
              </a:rPr>
              <a:t>Click to explore the sounds we can create!</a:t>
            </a:r>
            <a:endParaRPr lang="en-US" altLang="zh-CN" sz="1600" i="0">
              <a:solidFill>
                <a:srgbClr val="404040"/>
              </a:solidFill>
              <a:latin typeface="DeepSeek-CJK-patch"/>
              <a:ea typeface="DeepSeek-CJK-patch"/>
            </a:endParaRPr>
          </a:p>
        </p:txBody>
      </p:sp>
      <p:sp>
        <p:nvSpPr>
          <p:cNvPr id="3" name="椭圆 2">
            <a:hlinkClick r:id="rId1" action="ppaction://hlinksldjump"/>
          </p:cNvPr>
          <p:cNvSpPr/>
          <p:nvPr/>
        </p:nvSpPr>
        <p:spPr>
          <a:xfrm>
            <a:off x="2226945" y="6120130"/>
            <a:ext cx="751840" cy="78168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椭圆 3">
            <a:hlinkClick r:id="rId2" action="ppaction://hlinksldjump"/>
          </p:cNvPr>
          <p:cNvSpPr/>
          <p:nvPr/>
        </p:nvSpPr>
        <p:spPr>
          <a:xfrm>
            <a:off x="1478915" y="3178175"/>
            <a:ext cx="527685" cy="55245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>
            <a:hlinkClick r:id="rId3" action="ppaction://hlinksldjump"/>
          </p:cNvPr>
          <p:cNvSpPr/>
          <p:nvPr/>
        </p:nvSpPr>
        <p:spPr>
          <a:xfrm>
            <a:off x="4930140" y="2992120"/>
            <a:ext cx="714375" cy="73850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>
            <a:hlinkClick r:id="rId4" action="ppaction://hlinksldjump"/>
          </p:cNvPr>
          <p:cNvSpPr/>
          <p:nvPr/>
        </p:nvSpPr>
        <p:spPr>
          <a:xfrm>
            <a:off x="1383665" y="4679950"/>
            <a:ext cx="734695" cy="70993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>
            <a:hlinkClick r:id="rId5" action="ppaction://hlinksldjump"/>
          </p:cNvPr>
          <p:cNvSpPr/>
          <p:nvPr/>
        </p:nvSpPr>
        <p:spPr>
          <a:xfrm>
            <a:off x="4172585" y="6134735"/>
            <a:ext cx="756920" cy="78168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椭圆 9">
            <a:hlinkClick r:id="rId6" action="ppaction://hlinksldjump"/>
          </p:cNvPr>
          <p:cNvSpPr/>
          <p:nvPr/>
        </p:nvSpPr>
        <p:spPr>
          <a:xfrm>
            <a:off x="5086985" y="4885055"/>
            <a:ext cx="739775" cy="70929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椭圆 10">
            <a:hlinkClick r:id="rId7" action="ppaction://hlinksldjump"/>
          </p:cNvPr>
          <p:cNvSpPr/>
          <p:nvPr/>
        </p:nvSpPr>
        <p:spPr>
          <a:xfrm>
            <a:off x="3138805" y="2355850"/>
            <a:ext cx="710565" cy="63627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263650" y="2671445"/>
            <a:ext cx="1060450" cy="3206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>
                <a:solidFill>
                  <a:srgbClr val="FF0000"/>
                </a:solidFill>
              </a:rPr>
              <a:t>clap</a:t>
            </a:r>
            <a:endParaRPr lang="en-US" altLang="zh-CN" sz="2800" b="1">
              <a:solidFill>
                <a:srgbClr val="FF00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976245" y="1895475"/>
            <a:ext cx="1035685" cy="2184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>
                <a:solidFill>
                  <a:srgbClr val="00B0F0"/>
                </a:solidFill>
              </a:rPr>
              <a:t>snap</a:t>
            </a:r>
            <a:endParaRPr lang="en-US" altLang="zh-CN" sz="2800" b="1">
              <a:solidFill>
                <a:srgbClr val="00B0F0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930140" y="2469515"/>
            <a:ext cx="896620" cy="5226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pop</a:t>
            </a:r>
            <a:endParaRPr lang="en-US" altLang="zh-CN" sz="28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086985" y="4407535"/>
            <a:ext cx="915670" cy="477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>
                <a:solidFill>
                  <a:srgbClr val="7030A0"/>
                </a:solidFill>
              </a:rPr>
              <a:t>tap</a:t>
            </a:r>
            <a:endParaRPr lang="en-US" altLang="zh-CN" sz="2800" b="1">
              <a:solidFill>
                <a:srgbClr val="7030A0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235450" y="5608955"/>
            <a:ext cx="851535" cy="5111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>
                <a:solidFill>
                  <a:srgbClr val="FFC000"/>
                </a:solidFill>
              </a:rPr>
              <a:t>rap</a:t>
            </a:r>
            <a:endParaRPr lang="en-US" altLang="zh-CN" sz="2800" b="1">
              <a:solidFill>
                <a:srgbClr val="FFC00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226945" y="5673090"/>
            <a:ext cx="911860" cy="4470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>
                <a:solidFill>
                  <a:srgbClr val="92D050"/>
                </a:solidFill>
              </a:rPr>
              <a:t>slap</a:t>
            </a:r>
            <a:endParaRPr lang="en-US" altLang="zh-CN" sz="2800" b="1">
              <a:solidFill>
                <a:srgbClr val="92D050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131570" y="4230370"/>
            <a:ext cx="1325245" cy="474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>
                <a:solidFill>
                  <a:schemeClr val="accent2">
                    <a:lumMod val="75000"/>
                  </a:schemeClr>
                </a:solidFill>
              </a:rPr>
              <a:t>stomp</a:t>
            </a:r>
            <a:endParaRPr lang="en-US" altLang="zh-CN" sz="2800" b="1">
              <a:solidFill>
                <a:schemeClr val="accent2">
                  <a:lumMod val="75000"/>
                </a:schemeClr>
              </a:solidFill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baa888a6360de3665d77fad98dcae5d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385" y="1101725"/>
            <a:ext cx="4489450" cy="7156450"/>
          </a:xfrm>
          <a:prstGeom prst="rect">
            <a:avLst/>
          </a:prstGeom>
        </p:spPr>
      </p:pic>
      <p:sp>
        <p:nvSpPr>
          <p:cNvPr id="3" name="圆角矩形 2">
            <a:hlinkClick r:id="rId2" action="ppaction://hlinksldjump"/>
          </p:cNvPr>
          <p:cNvSpPr/>
          <p:nvPr/>
        </p:nvSpPr>
        <p:spPr>
          <a:xfrm>
            <a:off x="4995545" y="8380730"/>
            <a:ext cx="1352550" cy="50736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return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045514e004f21978ced32a279759d3d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8245" y="1015365"/>
            <a:ext cx="4443095" cy="7329170"/>
          </a:xfrm>
          <a:prstGeom prst="rect">
            <a:avLst/>
          </a:prstGeom>
        </p:spPr>
      </p:pic>
      <p:sp>
        <p:nvSpPr>
          <p:cNvPr id="3" name="圆角矩形 2">
            <a:hlinkClick r:id="rId2" action="ppaction://hlinksldjump"/>
          </p:cNvPr>
          <p:cNvSpPr/>
          <p:nvPr/>
        </p:nvSpPr>
        <p:spPr>
          <a:xfrm>
            <a:off x="4995545" y="8380730"/>
            <a:ext cx="1352550" cy="50736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return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5a144bf9e8cb5831603628b47574acd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1095" y="1042035"/>
            <a:ext cx="4557395" cy="7445375"/>
          </a:xfrm>
          <a:prstGeom prst="rect">
            <a:avLst/>
          </a:prstGeom>
        </p:spPr>
      </p:pic>
      <p:sp>
        <p:nvSpPr>
          <p:cNvPr id="3" name="圆角矩形 2">
            <a:hlinkClick r:id="rId2" action="ppaction://hlinksldjump"/>
          </p:cNvPr>
          <p:cNvSpPr/>
          <p:nvPr/>
        </p:nvSpPr>
        <p:spPr>
          <a:xfrm>
            <a:off x="4995545" y="8380730"/>
            <a:ext cx="1352550" cy="50736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return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fad1e86d13bdf5bdc96a7fd33ecf130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1895" y="782320"/>
            <a:ext cx="4756150" cy="7545705"/>
          </a:xfrm>
          <a:prstGeom prst="rect">
            <a:avLst/>
          </a:prstGeom>
        </p:spPr>
      </p:pic>
      <p:sp>
        <p:nvSpPr>
          <p:cNvPr id="3" name="圆角矩形 2">
            <a:hlinkClick r:id="rId2" action="ppaction://hlinksldjump"/>
          </p:cNvPr>
          <p:cNvSpPr/>
          <p:nvPr/>
        </p:nvSpPr>
        <p:spPr>
          <a:xfrm>
            <a:off x="4995545" y="8380730"/>
            <a:ext cx="1352550" cy="50736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return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0a35df8ab2472bd3e2616b32b5ebcff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025" y="698500"/>
            <a:ext cx="4662170" cy="7677150"/>
          </a:xfrm>
          <a:prstGeom prst="rect">
            <a:avLst/>
          </a:prstGeom>
        </p:spPr>
      </p:pic>
      <p:sp>
        <p:nvSpPr>
          <p:cNvPr id="3" name="圆角矩形 2">
            <a:hlinkClick r:id="rId2" action="ppaction://hlinksldjump"/>
          </p:cNvPr>
          <p:cNvSpPr/>
          <p:nvPr/>
        </p:nvSpPr>
        <p:spPr>
          <a:xfrm>
            <a:off x="4995545" y="8380730"/>
            <a:ext cx="1352550" cy="50736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return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d72352f1599a1dabb3e3466afbf8d0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450" y="707390"/>
            <a:ext cx="5074285" cy="7944485"/>
          </a:xfrm>
          <a:prstGeom prst="rect">
            <a:avLst/>
          </a:prstGeom>
        </p:spPr>
      </p:pic>
      <p:sp>
        <p:nvSpPr>
          <p:cNvPr id="3" name="圆角矩形 2">
            <a:hlinkClick r:id="rId2" action="ppaction://hlinksldjump"/>
          </p:cNvPr>
          <p:cNvSpPr/>
          <p:nvPr/>
        </p:nvSpPr>
        <p:spPr>
          <a:xfrm>
            <a:off x="4995545" y="8380730"/>
            <a:ext cx="1352550" cy="50736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return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2ba95d2debe6e2e6a46660ae3d7e0c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725" y="657225"/>
            <a:ext cx="4804410" cy="8045450"/>
          </a:xfrm>
          <a:prstGeom prst="rect">
            <a:avLst/>
          </a:prstGeom>
        </p:spPr>
      </p:pic>
      <p:sp>
        <p:nvSpPr>
          <p:cNvPr id="4" name="圆角矩形 3">
            <a:hlinkClick r:id="rId2" action="ppaction://hlinksldjump"/>
          </p:cNvPr>
          <p:cNvSpPr/>
          <p:nvPr/>
        </p:nvSpPr>
        <p:spPr>
          <a:xfrm>
            <a:off x="4995545" y="8380730"/>
            <a:ext cx="1352550" cy="50736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return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fd156e0ebeca1ed057e933c98a6865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635" y="560070"/>
            <a:ext cx="5340350" cy="823976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</Words>
  <Application>WPS 演示</Application>
  <PresentationFormat>宽屏</PresentationFormat>
  <Paragraphs>30</Paragraphs>
  <Slides>11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宋体</vt:lpstr>
      <vt:lpstr>Wingdings</vt:lpstr>
      <vt:lpstr>Wingdings</vt:lpstr>
      <vt:lpstr>DeepSeek-CJK-patch</vt:lpstr>
      <vt:lpstr>Segoe Print</vt:lpstr>
      <vt:lpstr>微软雅黑</vt:lpstr>
      <vt:lpstr>WPS</vt:lpstr>
      <vt:lpstr>1_WPS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Linda.璽</cp:lastModifiedBy>
  <cp:revision>156</cp:revision>
  <dcterms:created xsi:type="dcterms:W3CDTF">2019-06-19T02:08:00Z</dcterms:created>
  <dcterms:modified xsi:type="dcterms:W3CDTF">2025-04-13T01:31:05Z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C7F83A3CA8B746AAA955966DA2586BB1_11</vt:lpwstr>
  </property>
</Properties>
</file>