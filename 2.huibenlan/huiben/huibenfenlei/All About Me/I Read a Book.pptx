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57" r:id="rId5"/>
    <p:sldId id="258" r:id="rId6"/>
    <p:sldId id="259" r:id="rId7"/>
    <p:sldId id="260" r:id="rId8"/>
    <p:sldId id="261" r:id="rId9"/>
    <p:sldId id="263" r:id="rId10"/>
    <p:sldId id="264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72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4.xml"/><Relationship Id="rId7" Type="http://schemas.openxmlformats.org/officeDocument/2006/relationships/slide" Target="slide7.xml"/><Relationship Id="rId6" Type="http://schemas.openxmlformats.org/officeDocument/2006/relationships/slide" Target="slide9.xml"/><Relationship Id="rId5" Type="http://schemas.openxmlformats.org/officeDocument/2006/relationships/slide" Target="slide6.xml"/><Relationship Id="rId4" Type="http://schemas.openxmlformats.org/officeDocument/2006/relationships/slide" Target="slide3.xml"/><Relationship Id="rId3" Type="http://schemas.openxmlformats.org/officeDocument/2006/relationships/slide" Target="slide5.xml"/><Relationship Id="rId2" Type="http://schemas.openxmlformats.org/officeDocument/2006/relationships/slide" Target="slide8.xml"/><Relationship Id="rId1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5.png"/><Relationship Id="rId1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7.png"/><Relationship Id="rId1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8.png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255" y="76835"/>
            <a:ext cx="11062970" cy="57486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Click to see who are you reading with.</a:t>
            </a:r>
            <a:endParaRPr lang="en-US" altLang="zh-CN"/>
          </a:p>
        </p:txBody>
      </p:sp>
      <p:sp>
        <p:nvSpPr>
          <p:cNvPr id="4" name="太阳形 3">
            <a:hlinkClick r:id="rId1" action="ppaction://hlinksldjump"/>
          </p:cNvPr>
          <p:cNvSpPr/>
          <p:nvPr/>
        </p:nvSpPr>
        <p:spPr>
          <a:xfrm>
            <a:off x="3159125" y="2764155"/>
            <a:ext cx="596265" cy="535305"/>
          </a:xfrm>
          <a:prstGeom prst="sun">
            <a:avLst/>
          </a:prstGeom>
          <a:gradFill>
            <a:gsLst>
              <a:gs pos="25000">
                <a:srgbClr val="FFAE41"/>
              </a:gs>
              <a:gs pos="75000">
                <a:srgbClr val="FFDC7A"/>
              </a:gs>
              <a:gs pos="0">
                <a:srgbClr val="FF6B2E"/>
              </a:gs>
              <a:gs pos="100000">
                <a:srgbClr val="FFF6B6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太阳形 4">
            <a:hlinkClick r:id="rId2" action="ppaction://hlinksldjump"/>
          </p:cNvPr>
          <p:cNvSpPr/>
          <p:nvPr/>
        </p:nvSpPr>
        <p:spPr>
          <a:xfrm>
            <a:off x="2780665" y="4318000"/>
            <a:ext cx="596265" cy="535305"/>
          </a:xfrm>
          <a:prstGeom prst="sun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太阳形 6">
            <a:hlinkClick r:id="rId3" action="ppaction://hlinksldjump"/>
          </p:cNvPr>
          <p:cNvSpPr/>
          <p:nvPr/>
        </p:nvSpPr>
        <p:spPr>
          <a:xfrm>
            <a:off x="6770370" y="2496820"/>
            <a:ext cx="781685" cy="699770"/>
          </a:xfrm>
          <a:prstGeom prst="sun">
            <a:avLst/>
          </a:prstGeom>
          <a:gradFill>
            <a:gsLst>
              <a:gs pos="25000">
                <a:srgbClr val="FF566A"/>
              </a:gs>
              <a:gs pos="75000">
                <a:srgbClr val="F6AABA"/>
              </a:gs>
              <a:gs pos="0">
                <a:srgbClr val="EB3A48"/>
              </a:gs>
              <a:gs pos="100000">
                <a:srgbClr val="FFCFD9"/>
              </a:gs>
            </a:gsLst>
            <a:lin ang="189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太阳形 7">
            <a:hlinkClick r:id="rId4" action="ppaction://hlinksldjump"/>
          </p:cNvPr>
          <p:cNvSpPr/>
          <p:nvPr/>
        </p:nvSpPr>
        <p:spPr>
          <a:xfrm>
            <a:off x="4907915" y="1941195"/>
            <a:ext cx="576580" cy="555625"/>
          </a:xfrm>
          <a:prstGeom prst="sun">
            <a:avLst/>
          </a:prstGeom>
          <a:gradFill>
            <a:gsLst>
              <a:gs pos="51300">
                <a:srgbClr val="FE5F4A"/>
              </a:gs>
              <a:gs pos="0">
                <a:srgbClr val="DF0303"/>
              </a:gs>
              <a:gs pos="100000">
                <a:srgbClr val="FEA06E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太阳形 9">
            <a:hlinkClick r:id="rId5" action="ppaction://hlinksldjump"/>
          </p:cNvPr>
          <p:cNvSpPr/>
          <p:nvPr/>
        </p:nvSpPr>
        <p:spPr>
          <a:xfrm>
            <a:off x="4763770" y="3838575"/>
            <a:ext cx="864235" cy="823595"/>
          </a:xfrm>
          <a:prstGeom prst="sun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太阳形 10">
            <a:hlinkClick r:id="rId6" action="ppaction://hlinksldjump"/>
          </p:cNvPr>
          <p:cNvSpPr/>
          <p:nvPr/>
        </p:nvSpPr>
        <p:spPr>
          <a:xfrm>
            <a:off x="6122035" y="5099685"/>
            <a:ext cx="956945" cy="822960"/>
          </a:xfrm>
          <a:prstGeom prst="sun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太阳形 11">
            <a:hlinkClick r:id="rId7" action="ppaction://hlinksldjump"/>
          </p:cNvPr>
          <p:cNvSpPr/>
          <p:nvPr/>
        </p:nvSpPr>
        <p:spPr>
          <a:xfrm>
            <a:off x="7644130" y="4271645"/>
            <a:ext cx="473075" cy="390525"/>
          </a:xfrm>
          <a:prstGeom prst="su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860040" y="2375535"/>
            <a:ext cx="1194435" cy="388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3"/>
                </a:solidFill>
              </a:rPr>
              <a:t>   dad</a:t>
            </a:r>
            <a:endParaRPr lang="en-US" altLang="zh-CN">
              <a:solidFill>
                <a:schemeClr val="accent3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47315" y="3983990"/>
            <a:ext cx="863600" cy="28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</a:rPr>
              <a:t>sister</a:t>
            </a:r>
            <a:endParaRPr lang="en-US" altLang="zh-CN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76165" y="1678305"/>
            <a:ext cx="751840" cy="262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mom</a:t>
            </a:r>
            <a:endParaRPr lang="en-US" altLang="zh-CN">
              <a:gradFill>
                <a:gsLst>
                  <a:gs pos="51300">
                    <a:srgbClr val="FE5F4A"/>
                  </a:gs>
                  <a:gs pos="0">
                    <a:srgbClr val="DF0303"/>
                  </a:gs>
                  <a:gs pos="100000">
                    <a:srgbClr val="FEA06E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37020" y="1664970"/>
            <a:ext cx="915035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>
              <a:gradFill>
                <a:gsLst>
                  <a:gs pos="25000">
                    <a:srgbClr val="FFD83A"/>
                  </a:gs>
                  <a:gs pos="75000">
                    <a:srgbClr val="FFFD6D"/>
                  </a:gs>
                  <a:gs pos="0">
                    <a:srgbClr val="F8C334"/>
                  </a:gs>
                  <a:gs pos="100000">
                    <a:srgbClr val="FFFEB8"/>
                  </a:gs>
                </a:gsLst>
                <a:lin ang="18900000" scaled="1"/>
              </a:gra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552055" y="3947795"/>
            <a:ext cx="884555" cy="323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aunt</a:t>
            </a:r>
            <a:endParaRPr lang="en-US" altLang="zh-CN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39485" y="4762500"/>
            <a:ext cx="1039495" cy="337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25000">
                      <a:srgbClr val="FFAE41"/>
                    </a:gs>
                    <a:gs pos="75000">
                      <a:srgbClr val="FFDC7A"/>
                    </a:gs>
                    <a:gs pos="0">
                      <a:srgbClr val="FF6B2E"/>
                    </a:gs>
                    <a:gs pos="100000">
                      <a:srgbClr val="FFF6B6"/>
                    </a:gs>
                  </a:gsLst>
                  <a:lin ang="18900000" scaled="1"/>
                </a:gradFill>
              </a:rPr>
              <a:t>brother</a:t>
            </a:r>
            <a:endParaRPr lang="en-US" altLang="zh-CN">
              <a:gradFill>
                <a:gsLst>
                  <a:gs pos="25000">
                    <a:srgbClr val="FFAE41"/>
                  </a:gs>
                  <a:gs pos="75000">
                    <a:srgbClr val="FFDC7A"/>
                  </a:gs>
                  <a:gs pos="0">
                    <a:srgbClr val="FF6B2E"/>
                  </a:gs>
                  <a:gs pos="100000">
                    <a:srgbClr val="FFF6B6"/>
                  </a:gs>
                </a:gsLst>
                <a:lin ang="18900000" scaled="1"/>
              </a:gra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755390" y="5184140"/>
            <a:ext cx="8026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>
              <a:gradFill>
                <a:gsLst>
                  <a:gs pos="51300">
                    <a:srgbClr val="FE5F4A"/>
                  </a:gs>
                  <a:gs pos="0">
                    <a:srgbClr val="DF0303"/>
                  </a:gs>
                  <a:gs pos="100000">
                    <a:srgbClr val="FEA06E"/>
                  </a:gs>
                </a:gsLst>
                <a:lin ang="5400000" scaled="1"/>
              </a:gra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29785" y="3470275"/>
            <a:ext cx="1091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/>
                </a:solidFill>
              </a:rPr>
              <a:t>grandpa</a:t>
            </a:r>
            <a:endParaRPr lang="en-US" altLang="zh-CN">
              <a:solidFill>
                <a:schemeClr val="accent6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637020" y="1858010"/>
            <a:ext cx="1131570" cy="436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gradFill>
                  <a:gsLst>
                    <a:gs pos="50000">
                      <a:schemeClr val="accent6"/>
                    </a:gs>
                    <a:gs pos="0">
                      <a:schemeClr val="accent6">
                        <a:lumMod val="25000"/>
                        <a:lumOff val="75000"/>
                      </a:schemeClr>
                    </a:gs>
                    <a:gs pos="100000">
                      <a:schemeClr val="accent6">
                        <a:lumMod val="85000"/>
                      </a:schemeClr>
                    </a:gs>
                  </a:gsLst>
                  <a:lin ang="5400000" scaled="1"/>
                </a:gradFill>
              </a:rPr>
              <a:t>grandma</a:t>
            </a:r>
            <a:endParaRPr lang="en-US" altLang="zh-CN">
              <a:gradFill>
                <a:gsLst>
                  <a:gs pos="50000">
                    <a:schemeClr val="accent6"/>
                  </a:gs>
                  <a:gs pos="0">
                    <a:schemeClr val="accent6">
                      <a:lumMod val="25000"/>
                      <a:lumOff val="75000"/>
                    </a:schemeClr>
                  </a:gs>
                  <a:gs pos="100000">
                    <a:schemeClr val="accent6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341485" y="609092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10" y="219075"/>
            <a:ext cx="11018520" cy="55149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341485" y="620395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" y="482600"/>
            <a:ext cx="10669905" cy="53276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341485" y="642048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65" y="107950"/>
            <a:ext cx="9699625" cy="5664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516745" y="597789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547370"/>
            <a:ext cx="9152890" cy="52590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341485" y="6039485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135255"/>
            <a:ext cx="10113010" cy="56407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433560" y="610108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220" y="240665"/>
            <a:ext cx="10201910" cy="56572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hlinkClick r:id="rId1" action="ppaction://hlinksldjump"/>
          </p:cNvPr>
          <p:cNvSpPr/>
          <p:nvPr/>
        </p:nvSpPr>
        <p:spPr>
          <a:xfrm>
            <a:off x="9629775" y="5977890"/>
            <a:ext cx="2047875" cy="483870"/>
          </a:xfrm>
          <a:prstGeom prst="rect">
            <a:avLst/>
          </a:prstGeom>
          <a:gradFill>
            <a:gsLst>
              <a:gs pos="0">
                <a:srgbClr val="D7F0FC"/>
              </a:gs>
              <a:gs pos="52000">
                <a:srgbClr val="FFEFDE"/>
              </a:gs>
              <a:gs pos="100000">
                <a:srgbClr val="FFDCFC"/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return</a:t>
            </a:r>
            <a:endParaRPr lang="en-US" altLang="zh-CN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25" y="734695"/>
            <a:ext cx="8667115" cy="50907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4364881,4364957,4364888,4364884,4364886,4364878,4364912],&quot;65&quot;:[20205081]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3&quot;:[4364928],&quot;65&quot;:[20205081]}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resource_record_key" val="{&quot;13&quot;:[4364881,4364957,4364888,4364884,4364886,4364878,4364912,4364928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WPS 演示</Application>
  <PresentationFormat>宽屏</PresentationFormat>
  <Paragraphs>30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Click to see who are you reading with.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159</cp:revision>
  <dcterms:created xsi:type="dcterms:W3CDTF">2019-06-19T02:08:00Z</dcterms:created>
  <dcterms:modified xsi:type="dcterms:W3CDTF">2025-04-13T01:31:01Z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EE2037354CAF4D64BB8FE7BEE32149E0_13</vt:lpwstr>
  </property>
</Properties>
</file>