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66" r:id="rId6"/>
    <p:sldId id="267" r:id="rId7"/>
    <p:sldId id="268" r:id="rId8"/>
    <p:sldId id="269" r:id="rId9"/>
    <p:sldId id="273" r:id="rId10"/>
    <p:sldId id="274" r:id="rId11"/>
    <p:sldId id="275" r:id="rId12"/>
  </p:sldIdLst>
  <p:sldSz cx="12192635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914442"/>
            <a:ext cx="9800165" cy="257051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3560565"/>
            <a:ext cx="9800165" cy="147246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5544512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2270" y="586822"/>
            <a:ext cx="10970280" cy="475942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579"/>
            <a:ext cx="7769565" cy="7668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414"/>
            <a:ext cx="7769565" cy="86764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70"/>
            <a:ext cx="5177310" cy="474862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70"/>
            <a:ext cx="5177310" cy="474862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66"/>
            <a:ext cx="5342926" cy="38161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86"/>
            <a:ext cx="5342926" cy="43958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3" y="1421795"/>
            <a:ext cx="5342926" cy="38161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3" y="1854086"/>
            <a:ext cx="5342926" cy="43958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28"/>
            <a:ext cx="10970280" cy="7056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72"/>
            <a:ext cx="5233593" cy="460821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72"/>
            <a:ext cx="5227715" cy="460821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42"/>
            <a:ext cx="1044103" cy="502943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42"/>
            <a:ext cx="9170103" cy="5029433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36"/>
            <a:ext cx="10973880" cy="5483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115"/>
            <a:ext cx="9800165" cy="101884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565"/>
            <a:ext cx="9800165" cy="4716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60" y="608428"/>
            <a:ext cx="10970280" cy="70563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60" y="1490469"/>
            <a:ext cx="10970280" cy="475942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60" y="6314693"/>
            <a:ext cx="2700266" cy="31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405" y="6314693"/>
            <a:ext cx="3960390" cy="31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474" y="6314693"/>
            <a:ext cx="2700266" cy="31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" Target="slide7.xml"/><Relationship Id="rId7" Type="http://schemas.openxmlformats.org/officeDocument/2006/relationships/slide" Target="slide8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4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截图 2025-04-12 2049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2580" y="1537970"/>
            <a:ext cx="6467475" cy="3781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4167888" y="190728"/>
            <a:ext cx="3767418" cy="117187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+mj-ea"/>
                <a:ea typeface="+mj-ea"/>
              </a:rPr>
              <a:t>Click on the colored buttons to start getting to know them!</a:t>
            </a:r>
            <a:endParaRPr lang="en-US" altLang="zh-CN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1542415" y="2458720"/>
            <a:ext cx="400685" cy="4146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1" name="椭圆 10">
            <a:hlinkClick r:id="rId2" action="ppaction://hlinksldjump"/>
          </p:cNvPr>
          <p:cNvSpPr/>
          <p:nvPr/>
        </p:nvSpPr>
        <p:spPr>
          <a:xfrm>
            <a:off x="4168140" y="2458720"/>
            <a:ext cx="400685" cy="4146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2" name="椭圆 11">
            <a:hlinkClick r:id="rId3" action="ppaction://hlinksldjump"/>
          </p:cNvPr>
          <p:cNvSpPr/>
          <p:nvPr/>
        </p:nvSpPr>
        <p:spPr>
          <a:xfrm>
            <a:off x="7332980" y="2458720"/>
            <a:ext cx="400685" cy="4146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3" name="椭圆 12">
            <a:hlinkClick r:id="rId4" action="ppaction://hlinksldjump"/>
          </p:cNvPr>
          <p:cNvSpPr/>
          <p:nvPr/>
        </p:nvSpPr>
        <p:spPr>
          <a:xfrm>
            <a:off x="9665335" y="2458720"/>
            <a:ext cx="400685" cy="4146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4" name="椭圆 13">
            <a:hlinkClick r:id="rId5" action="ppaction://hlinksldjump"/>
          </p:cNvPr>
          <p:cNvSpPr/>
          <p:nvPr/>
        </p:nvSpPr>
        <p:spPr>
          <a:xfrm>
            <a:off x="9545955" y="4850765"/>
            <a:ext cx="400685" cy="4146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5" name="椭圆 14">
            <a:hlinkClick r:id="rId6" action="ppaction://hlinksldjump"/>
          </p:cNvPr>
          <p:cNvSpPr/>
          <p:nvPr/>
        </p:nvSpPr>
        <p:spPr>
          <a:xfrm>
            <a:off x="6708775" y="4806315"/>
            <a:ext cx="400685" cy="4146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6" name="椭圆 15">
            <a:hlinkClick r:id="rId7" action="ppaction://hlinksldjump"/>
          </p:cNvPr>
          <p:cNvSpPr/>
          <p:nvPr/>
        </p:nvSpPr>
        <p:spPr>
          <a:xfrm>
            <a:off x="4168140" y="4806315"/>
            <a:ext cx="400685" cy="4146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sp>
        <p:nvSpPr>
          <p:cNvPr id="17" name="椭圆 16">
            <a:hlinkClick r:id="rId8" action="ppaction://hlinksldjump"/>
          </p:cNvPr>
          <p:cNvSpPr/>
          <p:nvPr/>
        </p:nvSpPr>
        <p:spPr>
          <a:xfrm>
            <a:off x="1616710" y="4850765"/>
            <a:ext cx="400685" cy="4146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70"/>
          </a:p>
        </p:txBody>
      </p:sp>
      <p:pic>
        <p:nvPicPr>
          <p:cNvPr id="3" name="图片 2" descr="屏幕截图 2025-04-12 204951"/>
          <p:cNvPicPr>
            <a:picLocks noChangeAspect="1"/>
          </p:cNvPicPr>
          <p:nvPr/>
        </p:nvPicPr>
        <p:blipFill>
          <a:blip r:embed="rId9"/>
          <a:srcRect b="16547"/>
          <a:stretch>
            <a:fillRect/>
          </a:stretch>
        </p:blipFill>
        <p:spPr>
          <a:xfrm>
            <a:off x="784225" y="1046480"/>
            <a:ext cx="1917065" cy="1178560"/>
          </a:xfrm>
          <a:prstGeom prst="rect">
            <a:avLst/>
          </a:prstGeom>
        </p:spPr>
      </p:pic>
      <p:pic>
        <p:nvPicPr>
          <p:cNvPr id="4" name="图片 3" descr="屏幕截图 2025-04-12 204956"/>
          <p:cNvPicPr>
            <a:picLocks noChangeAspect="1"/>
          </p:cNvPicPr>
          <p:nvPr/>
        </p:nvPicPr>
        <p:blipFill>
          <a:blip r:embed="rId10"/>
          <a:srcRect b="16959"/>
          <a:stretch>
            <a:fillRect/>
          </a:stretch>
        </p:blipFill>
        <p:spPr>
          <a:xfrm>
            <a:off x="3315335" y="1080770"/>
            <a:ext cx="1960880" cy="1144270"/>
          </a:xfrm>
          <a:prstGeom prst="rect">
            <a:avLst/>
          </a:prstGeom>
        </p:spPr>
      </p:pic>
      <p:pic>
        <p:nvPicPr>
          <p:cNvPr id="5" name="图片 4" descr="屏幕截图 2025-04-12 205000"/>
          <p:cNvPicPr>
            <a:picLocks noChangeAspect="1"/>
          </p:cNvPicPr>
          <p:nvPr/>
        </p:nvPicPr>
        <p:blipFill>
          <a:blip r:embed="rId11"/>
          <a:srcRect b="18073"/>
          <a:stretch>
            <a:fillRect/>
          </a:stretch>
        </p:blipFill>
        <p:spPr>
          <a:xfrm>
            <a:off x="6262370" y="1157605"/>
            <a:ext cx="1920240" cy="1134110"/>
          </a:xfrm>
          <a:prstGeom prst="rect">
            <a:avLst/>
          </a:prstGeom>
        </p:spPr>
      </p:pic>
      <p:pic>
        <p:nvPicPr>
          <p:cNvPr id="6" name="图片 5" descr="屏幕截图 2025-04-12 205005"/>
          <p:cNvPicPr>
            <a:picLocks noChangeAspect="1"/>
          </p:cNvPicPr>
          <p:nvPr/>
        </p:nvPicPr>
        <p:blipFill>
          <a:blip r:embed="rId12"/>
          <a:srcRect b="18223"/>
          <a:stretch>
            <a:fillRect/>
          </a:stretch>
        </p:blipFill>
        <p:spPr>
          <a:xfrm>
            <a:off x="8473440" y="1157605"/>
            <a:ext cx="1986915" cy="1134110"/>
          </a:xfrm>
          <a:prstGeom prst="rect">
            <a:avLst/>
          </a:prstGeom>
        </p:spPr>
      </p:pic>
      <p:pic>
        <p:nvPicPr>
          <p:cNvPr id="7" name="图片 6" descr="屏幕截图 2025-04-12 205009"/>
          <p:cNvPicPr>
            <a:picLocks noChangeAspect="1"/>
          </p:cNvPicPr>
          <p:nvPr/>
        </p:nvPicPr>
        <p:blipFill>
          <a:blip r:embed="rId13"/>
          <a:srcRect b="12212"/>
          <a:stretch>
            <a:fillRect/>
          </a:stretch>
        </p:blipFill>
        <p:spPr>
          <a:xfrm>
            <a:off x="1005840" y="3215005"/>
            <a:ext cx="1967865" cy="1209675"/>
          </a:xfrm>
          <a:prstGeom prst="rect">
            <a:avLst/>
          </a:prstGeom>
        </p:spPr>
      </p:pic>
      <p:pic>
        <p:nvPicPr>
          <p:cNvPr id="8" name="图片 7" descr="屏幕截图 2025-04-12 205014"/>
          <p:cNvPicPr>
            <a:picLocks noChangeAspect="1"/>
          </p:cNvPicPr>
          <p:nvPr/>
        </p:nvPicPr>
        <p:blipFill>
          <a:blip r:embed="rId14"/>
          <a:srcRect b="14360"/>
          <a:stretch>
            <a:fillRect/>
          </a:stretch>
        </p:blipFill>
        <p:spPr>
          <a:xfrm>
            <a:off x="3315335" y="3351530"/>
            <a:ext cx="1929130" cy="1147445"/>
          </a:xfrm>
          <a:prstGeom prst="rect">
            <a:avLst/>
          </a:prstGeom>
        </p:spPr>
      </p:pic>
      <p:pic>
        <p:nvPicPr>
          <p:cNvPr id="9" name="图片 8" descr="屏幕截图 2025-04-12 205019"/>
          <p:cNvPicPr>
            <a:picLocks noChangeAspect="1"/>
          </p:cNvPicPr>
          <p:nvPr/>
        </p:nvPicPr>
        <p:blipFill>
          <a:blip r:embed="rId15"/>
          <a:srcRect b="16265"/>
          <a:stretch>
            <a:fillRect/>
          </a:stretch>
        </p:blipFill>
        <p:spPr>
          <a:xfrm>
            <a:off x="6016625" y="3351530"/>
            <a:ext cx="1966595" cy="1147445"/>
          </a:xfrm>
          <a:prstGeom prst="rect">
            <a:avLst/>
          </a:prstGeom>
        </p:spPr>
      </p:pic>
      <p:pic>
        <p:nvPicPr>
          <p:cNvPr id="10" name="图片 9" descr="屏幕截图 2025-04-12 205024"/>
          <p:cNvPicPr>
            <a:picLocks noChangeAspect="1"/>
          </p:cNvPicPr>
          <p:nvPr/>
        </p:nvPicPr>
        <p:blipFill>
          <a:blip r:embed="rId16"/>
          <a:srcRect b="12569"/>
          <a:stretch>
            <a:fillRect/>
          </a:stretch>
        </p:blipFill>
        <p:spPr>
          <a:xfrm>
            <a:off x="8296910" y="3288665"/>
            <a:ext cx="2340610" cy="121031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49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770" y="390525"/>
            <a:ext cx="8253730" cy="60769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567305" y="5675630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49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540" y="405130"/>
            <a:ext cx="8630920" cy="606234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092325" y="5725160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5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845" y="612140"/>
            <a:ext cx="7814945" cy="563372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399665" y="5549900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50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655" y="260985"/>
            <a:ext cx="9076690" cy="633539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092325" y="5780405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50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565" y="459105"/>
            <a:ext cx="8484870" cy="593979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1847850" y="5766435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50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320" y="445135"/>
            <a:ext cx="8595995" cy="596773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406015" y="5675630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50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455" y="303530"/>
            <a:ext cx="8975090" cy="625157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2108200" y="5882640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50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5" y="257175"/>
            <a:ext cx="10727690" cy="63436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1345565" y="5934710"/>
            <a:ext cx="1753870" cy="55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/>
                </a:solidFill>
              </a:rPr>
              <a:t>Return</a:t>
            </a:r>
            <a:endParaRPr lang="en-US" altLang="zh-CN" sz="32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演示</Application>
  <PresentationFormat>宽屏</PresentationFormat>
  <Paragraphs>18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165</cp:revision>
  <dcterms:created xsi:type="dcterms:W3CDTF">2019-06-19T02:08:00Z</dcterms:created>
  <dcterms:modified xsi:type="dcterms:W3CDTF">2025-04-13T01:31:04Z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325F4293F59D4F0E9772C61FB05B06B6_11</vt:lpwstr>
  </property>
</Properties>
</file>