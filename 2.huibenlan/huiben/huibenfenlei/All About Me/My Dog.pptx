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5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6858000" cy="1219263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40" userDrawn="1">
          <p15:clr>
            <a:srgbClr val="A4A3A4"/>
          </p15:clr>
        </p15:guide>
        <p15:guide id="2" pos="215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3840"/>
        <p:guide pos="2159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674325" y="1625760"/>
            <a:ext cx="5512050" cy="457005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45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674325" y="6330223"/>
            <a:ext cx="5512050" cy="2617858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1800" spc="2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2225" y="9857424"/>
            <a:ext cx="6170175" cy="12545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344368" y="1043294"/>
            <a:ext cx="6170175" cy="8461633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119825" y="6842274"/>
            <a:ext cx="4369950" cy="1363334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33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119825" y="8205608"/>
            <a:ext cx="4369950" cy="1542552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2225" y="1081707"/>
            <a:ext cx="6170175" cy="12545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342225" y="2669063"/>
            <a:ext cx="2911950" cy="8442431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3606525" y="2669063"/>
            <a:ext cx="2911950" cy="8442431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2225" y="1081707"/>
            <a:ext cx="6170175" cy="12545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342225" y="2541050"/>
            <a:ext cx="3005100" cy="678467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5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342225" y="3296325"/>
            <a:ext cx="3005100" cy="7815169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3507609" y="2527767"/>
            <a:ext cx="3005100" cy="678467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5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3507609" y="3296325"/>
            <a:ext cx="3005100" cy="7815169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2225" y="1081707"/>
            <a:ext cx="6170175" cy="125452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342225" y="2765072"/>
            <a:ext cx="2943606" cy="8192807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2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3572100" y="2765072"/>
            <a:ext cx="2940300" cy="8192807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5757075" y="1625760"/>
            <a:ext cx="587250" cy="894168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1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514350" y="1625760"/>
            <a:ext cx="5157675" cy="8941680"/>
          </a:xfrm>
        </p:spPr>
        <p:txBody>
          <a:bodyPr vert="eaVert" lIns="46800" tIns="46800" rIns="46800" bIns="46800"/>
          <a:lstStyle>
            <a:lvl1pPr marL="171450" indent="-171450">
              <a:spcAft>
                <a:spcPts val="1000"/>
              </a:spcAft>
              <a:defRPr spc="300"/>
            </a:lvl1pPr>
            <a:lvl2pPr marL="514350" indent="-171450">
              <a:defRPr spc="300"/>
            </a:lvl2pPr>
            <a:lvl3pPr marL="857250" indent="-171450">
              <a:defRPr spc="300"/>
            </a:lvl3pPr>
            <a:lvl4pPr marL="1200150" indent="-171450">
              <a:defRPr spc="300"/>
            </a:lvl4pPr>
            <a:lvl5pPr marL="1543050" indent="-17145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342225" y="1376135"/>
            <a:ext cx="6172200" cy="974816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74325" y="4416435"/>
            <a:ext cx="5512050" cy="1811378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45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674325" y="6330223"/>
            <a:ext cx="5512050" cy="838483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18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342225" y="1081707"/>
            <a:ext cx="6170175" cy="1254524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342225" y="2649861"/>
            <a:ext cx="6170175" cy="8461633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344250" y="11226705"/>
            <a:ext cx="1518750" cy="5632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2315250" y="11226705"/>
            <a:ext cx="2227500" cy="5632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4993650" y="11226705"/>
            <a:ext cx="1518750" cy="5632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7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3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207135" algn="l"/>
          <a:tab pos="1207135" algn="l"/>
          <a:tab pos="1207135" algn="l"/>
          <a:tab pos="1207135" algn="l"/>
        </a:tabLst>
        <a:defRPr sz="12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2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0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0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slide" Target="slide7.xml"/><Relationship Id="rId7" Type="http://schemas.openxmlformats.org/officeDocument/2006/relationships/slide" Target="slide8.xml"/><Relationship Id="rId6" Type="http://schemas.openxmlformats.org/officeDocument/2006/relationships/slide" Target="slide9.xml"/><Relationship Id="rId5" Type="http://schemas.openxmlformats.org/officeDocument/2006/relationships/slide" Target="slide10.xml"/><Relationship Id="rId4" Type="http://schemas.openxmlformats.org/officeDocument/2006/relationships/slide" Target="slide6.xml"/><Relationship Id="rId3" Type="http://schemas.openxmlformats.org/officeDocument/2006/relationships/slide" Target="slide5.xml"/><Relationship Id="rId2" Type="http://schemas.openxmlformats.org/officeDocument/2006/relationships/slide" Target="slide4.xml"/><Relationship Id="rId18" Type="http://schemas.openxmlformats.org/officeDocument/2006/relationships/slideLayout" Target="../slideLayouts/slideLayout7.xml"/><Relationship Id="rId17" Type="http://schemas.openxmlformats.org/officeDocument/2006/relationships/tags" Target="../tags/tag64.xml"/><Relationship Id="rId16" Type="http://schemas.openxmlformats.org/officeDocument/2006/relationships/image" Target="../media/image9.png"/><Relationship Id="rId15" Type="http://schemas.openxmlformats.org/officeDocument/2006/relationships/image" Target="../media/image8.png"/><Relationship Id="rId14" Type="http://schemas.openxmlformats.org/officeDocument/2006/relationships/image" Target="../media/image7.png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image" Target="../media/image4.png"/><Relationship Id="rId10" Type="http://schemas.openxmlformats.org/officeDocument/2006/relationships/image" Target="../media/image3.png"/><Relationship Id="rId1" Type="http://schemas.openxmlformats.org/officeDocument/2006/relationships/slide" Target="slide3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5.xml"/><Relationship Id="rId2" Type="http://schemas.openxmlformats.org/officeDocument/2006/relationships/slide" Target="slide2.xml"/><Relationship Id="rId1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66.xml"/><Relationship Id="rId2" Type="http://schemas.openxmlformats.org/officeDocument/2006/relationships/slide" Target="slide2.xml"/><Relationship Id="rId1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67.xml"/><Relationship Id="rId2" Type="http://schemas.openxmlformats.org/officeDocument/2006/relationships/slide" Target="slide2.xml"/><Relationship Id="rId1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68.xml"/><Relationship Id="rId2" Type="http://schemas.openxmlformats.org/officeDocument/2006/relationships/slide" Target="slide2.xml"/><Relationship Id="rId1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69.xml"/><Relationship Id="rId2" Type="http://schemas.openxmlformats.org/officeDocument/2006/relationships/slide" Target="slide2.xml"/><Relationship Id="rId1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70.xml"/><Relationship Id="rId2" Type="http://schemas.openxmlformats.org/officeDocument/2006/relationships/slide" Target="slide2.xml"/><Relationship Id="rId1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71.xml"/><Relationship Id="rId2" Type="http://schemas.openxmlformats.org/officeDocument/2006/relationships/slide" Target="slide2.xml"/><Relationship Id="rId1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72.xml"/><Relationship Id="rId2" Type="http://schemas.openxmlformats.org/officeDocument/2006/relationships/slide" Target="slide2.xml"/><Relationship Id="rId1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屏幕截图 2025-04-12 2015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985" y="1014095"/>
            <a:ext cx="6590030" cy="1016444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" name="文本框 17"/>
          <p:cNvSpPr txBox="1"/>
          <p:nvPr/>
        </p:nvSpPr>
        <p:spPr>
          <a:xfrm>
            <a:off x="0" y="339090"/>
            <a:ext cx="6697980" cy="20834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3200">
                <a:latin typeface="+mj-ea"/>
                <a:ea typeface="+mj-ea"/>
              </a:rPr>
              <a:t>Click on the colored buttons to start getting to know them!</a:t>
            </a:r>
            <a:endParaRPr lang="en-US" altLang="zh-CN" sz="3200">
              <a:latin typeface="+mj-ea"/>
              <a:ea typeface="+mj-ea"/>
            </a:endParaRPr>
          </a:p>
        </p:txBody>
      </p:sp>
      <p:sp>
        <p:nvSpPr>
          <p:cNvPr id="2" name="椭圆 1">
            <a:hlinkClick r:id="rId1" action="ppaction://hlinksldjump"/>
          </p:cNvPr>
          <p:cNvSpPr/>
          <p:nvPr/>
        </p:nvSpPr>
        <p:spPr>
          <a:xfrm>
            <a:off x="469265" y="4370705"/>
            <a:ext cx="554990" cy="5746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015"/>
          </a:p>
        </p:txBody>
      </p:sp>
      <p:sp>
        <p:nvSpPr>
          <p:cNvPr id="11" name="椭圆 10">
            <a:hlinkClick r:id="rId2" action="ppaction://hlinksldjump"/>
          </p:cNvPr>
          <p:cNvSpPr/>
          <p:nvPr/>
        </p:nvSpPr>
        <p:spPr>
          <a:xfrm>
            <a:off x="2416175" y="4370705"/>
            <a:ext cx="554990" cy="5746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015"/>
          </a:p>
        </p:txBody>
      </p:sp>
      <p:sp>
        <p:nvSpPr>
          <p:cNvPr id="12" name="椭圆 11">
            <a:hlinkClick r:id="rId3" action="ppaction://hlinksldjump"/>
          </p:cNvPr>
          <p:cNvSpPr/>
          <p:nvPr/>
        </p:nvSpPr>
        <p:spPr>
          <a:xfrm>
            <a:off x="4152900" y="4370705"/>
            <a:ext cx="554990" cy="57467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015"/>
          </a:p>
        </p:txBody>
      </p:sp>
      <p:sp>
        <p:nvSpPr>
          <p:cNvPr id="13" name="椭圆 12">
            <a:hlinkClick r:id="rId4" action="ppaction://hlinksldjump"/>
          </p:cNvPr>
          <p:cNvSpPr/>
          <p:nvPr/>
        </p:nvSpPr>
        <p:spPr>
          <a:xfrm>
            <a:off x="5888990" y="4371340"/>
            <a:ext cx="554990" cy="57467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015"/>
          </a:p>
        </p:txBody>
      </p:sp>
      <p:sp>
        <p:nvSpPr>
          <p:cNvPr id="14" name="椭圆 13">
            <a:hlinkClick r:id="rId5" action="ppaction://hlinksldjump"/>
          </p:cNvPr>
          <p:cNvSpPr/>
          <p:nvPr/>
        </p:nvSpPr>
        <p:spPr>
          <a:xfrm>
            <a:off x="5374005" y="8623300"/>
            <a:ext cx="554990" cy="57467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015"/>
          </a:p>
        </p:txBody>
      </p:sp>
      <p:sp>
        <p:nvSpPr>
          <p:cNvPr id="15" name="椭圆 14">
            <a:hlinkClick r:id="rId6" action="ppaction://hlinksldjump"/>
          </p:cNvPr>
          <p:cNvSpPr/>
          <p:nvPr/>
        </p:nvSpPr>
        <p:spPr>
          <a:xfrm>
            <a:off x="3951605" y="8623300"/>
            <a:ext cx="554990" cy="574675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015"/>
          </a:p>
        </p:txBody>
      </p:sp>
      <p:sp>
        <p:nvSpPr>
          <p:cNvPr id="16" name="椭圆 15">
            <a:hlinkClick r:id="rId7" action="ppaction://hlinksldjump"/>
          </p:cNvPr>
          <p:cNvSpPr/>
          <p:nvPr/>
        </p:nvSpPr>
        <p:spPr>
          <a:xfrm>
            <a:off x="2214880" y="8623300"/>
            <a:ext cx="554990" cy="57467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015"/>
          </a:p>
        </p:txBody>
      </p:sp>
      <p:sp>
        <p:nvSpPr>
          <p:cNvPr id="17" name="椭圆 16">
            <a:hlinkClick r:id="rId8" action="ppaction://hlinksldjump"/>
          </p:cNvPr>
          <p:cNvSpPr/>
          <p:nvPr/>
        </p:nvSpPr>
        <p:spPr>
          <a:xfrm>
            <a:off x="600710" y="8623300"/>
            <a:ext cx="554990" cy="57467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015"/>
          </a:p>
        </p:txBody>
      </p:sp>
      <p:pic>
        <p:nvPicPr>
          <p:cNvPr id="3" name="图片 2" descr="屏幕截图 2025-04-12 20203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1741805"/>
            <a:ext cx="1718310" cy="2437130"/>
          </a:xfrm>
          <a:prstGeom prst="rect">
            <a:avLst/>
          </a:prstGeom>
        </p:spPr>
      </p:pic>
      <p:pic>
        <p:nvPicPr>
          <p:cNvPr id="4" name="图片 3" descr="屏幕截图 2025-04-12 20204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25295" y="1741805"/>
            <a:ext cx="1654810" cy="2353945"/>
          </a:xfrm>
          <a:prstGeom prst="rect">
            <a:avLst/>
          </a:prstGeom>
        </p:spPr>
      </p:pic>
      <p:pic>
        <p:nvPicPr>
          <p:cNvPr id="5" name="图片 4" descr="屏幕截图 2025-04-12 20212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48355" y="1663065"/>
            <a:ext cx="1781810" cy="2559685"/>
          </a:xfrm>
          <a:prstGeom prst="rect">
            <a:avLst/>
          </a:prstGeom>
        </p:spPr>
      </p:pic>
      <p:pic>
        <p:nvPicPr>
          <p:cNvPr id="6" name="图片 5" descr="屏幕截图 2025-04-12 20213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06975" y="1741805"/>
            <a:ext cx="1910080" cy="2480945"/>
          </a:xfrm>
          <a:prstGeom prst="rect">
            <a:avLst/>
          </a:prstGeom>
        </p:spPr>
      </p:pic>
      <p:pic>
        <p:nvPicPr>
          <p:cNvPr id="7" name="图片 6" descr="屏幕截图 2025-04-12 20213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5821680"/>
            <a:ext cx="1718310" cy="2560320"/>
          </a:xfrm>
          <a:prstGeom prst="rect">
            <a:avLst/>
          </a:prstGeom>
        </p:spPr>
      </p:pic>
      <p:pic>
        <p:nvPicPr>
          <p:cNvPr id="8" name="图片 7" descr="屏幕截图 2025-04-12 20214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73555" y="6024245"/>
            <a:ext cx="1747520" cy="2357755"/>
          </a:xfrm>
          <a:prstGeom prst="rect">
            <a:avLst/>
          </a:prstGeom>
        </p:spPr>
      </p:pic>
      <p:pic>
        <p:nvPicPr>
          <p:cNvPr id="9" name="图片 8" descr="屏幕截图 2025-04-12 202150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380105" y="6024245"/>
            <a:ext cx="1836420" cy="2407285"/>
          </a:xfrm>
          <a:prstGeom prst="rect">
            <a:avLst/>
          </a:prstGeom>
        </p:spPr>
      </p:pic>
      <p:pic>
        <p:nvPicPr>
          <p:cNvPr id="10" name="图片 9" descr="屏幕截图 2025-04-12 202155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006340" y="6024245"/>
            <a:ext cx="1851660" cy="2418080"/>
          </a:xfrm>
          <a:prstGeom prst="rect">
            <a:avLst/>
          </a:prstGeom>
        </p:spPr>
      </p:pic>
    </p:spTree>
    <p:custDataLst>
      <p:tags r:id="rId17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pic>
        <p:nvPicPr>
          <p:cNvPr id="3" name="图片 2" descr="屏幕截图 2025-04-12 20154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8920" y="2938780"/>
            <a:ext cx="3819525" cy="6315075"/>
          </a:xfrm>
          <a:prstGeom prst="rect">
            <a:avLst/>
          </a:prstGeom>
        </p:spPr>
      </p:pic>
      <p:sp>
        <p:nvSpPr>
          <p:cNvPr id="5" name="文本框 4">
            <a:hlinkClick r:id="rId2" action="ppaction://hlinksldjump"/>
          </p:cNvPr>
          <p:cNvSpPr txBox="1"/>
          <p:nvPr/>
        </p:nvSpPr>
        <p:spPr>
          <a:xfrm>
            <a:off x="775970" y="8850630"/>
            <a:ext cx="1169035" cy="40322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p>
            <a:r>
              <a:rPr lang="en-US" altLang="zh-CN" sz="2025" b="1">
                <a:solidFill>
                  <a:schemeClr val="bg1"/>
                </a:solidFill>
              </a:rPr>
              <a:t>Return</a:t>
            </a:r>
            <a:endParaRPr lang="en-US" altLang="zh-CN" sz="2025" b="1">
              <a:solidFill>
                <a:schemeClr val="bg1"/>
              </a:solidFill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pic>
        <p:nvPicPr>
          <p:cNvPr id="4" name="图片 3" descr="屏幕截图 2025-04-12 20155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3195" y="2971800"/>
            <a:ext cx="3990975" cy="6248400"/>
          </a:xfrm>
          <a:prstGeom prst="rect">
            <a:avLst/>
          </a:prstGeom>
        </p:spPr>
      </p:pic>
      <p:sp>
        <p:nvSpPr>
          <p:cNvPr id="5" name="文本框 4">
            <a:hlinkClick r:id="rId2" action="ppaction://hlinksldjump"/>
          </p:cNvPr>
          <p:cNvSpPr txBox="1"/>
          <p:nvPr/>
        </p:nvSpPr>
        <p:spPr>
          <a:xfrm>
            <a:off x="978535" y="8799830"/>
            <a:ext cx="1169035" cy="40322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p>
            <a:r>
              <a:rPr lang="en-US" altLang="zh-CN" sz="2025" b="1">
                <a:solidFill>
                  <a:schemeClr val="bg1"/>
                </a:solidFill>
              </a:rPr>
              <a:t>Return</a:t>
            </a:r>
            <a:endParaRPr lang="en-US" altLang="zh-CN" sz="2025" b="1">
              <a:solidFill>
                <a:schemeClr val="bg1"/>
              </a:solidFill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pic>
        <p:nvPicPr>
          <p:cNvPr id="4" name="图片 3" descr="屏幕截图 2025-04-12 20155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4145" y="2967355"/>
            <a:ext cx="4029075" cy="6257925"/>
          </a:xfrm>
          <a:prstGeom prst="rect">
            <a:avLst/>
          </a:prstGeom>
        </p:spPr>
      </p:pic>
      <p:sp>
        <p:nvSpPr>
          <p:cNvPr id="5" name="文本框 4">
            <a:hlinkClick r:id="rId2" action="ppaction://hlinksldjump"/>
          </p:cNvPr>
          <p:cNvSpPr txBox="1"/>
          <p:nvPr/>
        </p:nvSpPr>
        <p:spPr>
          <a:xfrm>
            <a:off x="775970" y="8850630"/>
            <a:ext cx="1169035" cy="40322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p>
            <a:r>
              <a:rPr lang="en-US" altLang="zh-CN" sz="2025" b="1">
                <a:solidFill>
                  <a:schemeClr val="bg1"/>
                </a:solidFill>
              </a:rPr>
              <a:t>Return</a:t>
            </a:r>
            <a:endParaRPr lang="en-US" altLang="zh-CN" sz="2025" b="1">
              <a:solidFill>
                <a:schemeClr val="bg1"/>
              </a:solidFill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pic>
        <p:nvPicPr>
          <p:cNvPr id="4" name="图片 3" descr="屏幕截图 2025-04-12 2016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6375" y="2924175"/>
            <a:ext cx="3905250" cy="6343650"/>
          </a:xfrm>
          <a:prstGeom prst="rect">
            <a:avLst/>
          </a:prstGeom>
        </p:spPr>
      </p:pic>
      <p:sp>
        <p:nvSpPr>
          <p:cNvPr id="5" name="文本框 4">
            <a:hlinkClick r:id="rId2" action="ppaction://hlinksldjump"/>
          </p:cNvPr>
          <p:cNvSpPr txBox="1"/>
          <p:nvPr/>
        </p:nvSpPr>
        <p:spPr>
          <a:xfrm>
            <a:off x="843915" y="8850630"/>
            <a:ext cx="1169035" cy="40322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p>
            <a:r>
              <a:rPr lang="en-US" altLang="zh-CN" sz="2025" b="1">
                <a:solidFill>
                  <a:schemeClr val="bg1"/>
                </a:solidFill>
              </a:rPr>
              <a:t>Return</a:t>
            </a:r>
            <a:endParaRPr lang="en-US" altLang="zh-CN" sz="2025" b="1">
              <a:solidFill>
                <a:schemeClr val="bg1"/>
              </a:solidFill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pic>
        <p:nvPicPr>
          <p:cNvPr id="4" name="图片 3" descr="屏幕截图 2025-04-12 20160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8275" y="2924175"/>
            <a:ext cx="3981450" cy="6343650"/>
          </a:xfrm>
          <a:prstGeom prst="rect">
            <a:avLst/>
          </a:prstGeom>
        </p:spPr>
      </p:pic>
      <p:sp>
        <p:nvSpPr>
          <p:cNvPr id="5" name="文本框 4">
            <a:hlinkClick r:id="rId2" action="ppaction://hlinksldjump"/>
          </p:cNvPr>
          <p:cNvSpPr txBox="1"/>
          <p:nvPr/>
        </p:nvSpPr>
        <p:spPr>
          <a:xfrm>
            <a:off x="775970" y="8850630"/>
            <a:ext cx="1169035" cy="40322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p>
            <a:r>
              <a:rPr lang="en-US" altLang="zh-CN" sz="2025" b="1">
                <a:solidFill>
                  <a:schemeClr val="bg1"/>
                </a:solidFill>
              </a:rPr>
              <a:t>Return</a:t>
            </a:r>
            <a:endParaRPr lang="en-US" altLang="zh-CN" sz="2025" b="1">
              <a:solidFill>
                <a:schemeClr val="bg1"/>
              </a:solidFill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pic>
        <p:nvPicPr>
          <p:cNvPr id="4" name="图片 3" descr="屏幕截图 2025-04-12 2016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1770" y="2943225"/>
            <a:ext cx="3933825" cy="6305550"/>
          </a:xfrm>
          <a:prstGeom prst="rect">
            <a:avLst/>
          </a:prstGeom>
        </p:spPr>
      </p:pic>
      <p:sp>
        <p:nvSpPr>
          <p:cNvPr id="5" name="文本框 4">
            <a:hlinkClick r:id="rId2" action="ppaction://hlinksldjump"/>
          </p:cNvPr>
          <p:cNvSpPr txBox="1"/>
          <p:nvPr/>
        </p:nvSpPr>
        <p:spPr>
          <a:xfrm>
            <a:off x="978535" y="8834755"/>
            <a:ext cx="1169035" cy="40322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p>
            <a:r>
              <a:rPr lang="en-US" altLang="zh-CN" sz="2025" b="1">
                <a:solidFill>
                  <a:schemeClr val="bg1"/>
                </a:solidFill>
              </a:rPr>
              <a:t>Return</a:t>
            </a:r>
            <a:endParaRPr lang="en-US" altLang="zh-CN" sz="2025" b="1">
              <a:solidFill>
                <a:schemeClr val="bg1"/>
              </a:solidFill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pic>
        <p:nvPicPr>
          <p:cNvPr id="4" name="图片 3" descr="屏幕截图 2025-04-12 2016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0" y="2929255"/>
            <a:ext cx="3810000" cy="6334125"/>
          </a:xfrm>
          <a:prstGeom prst="rect">
            <a:avLst/>
          </a:prstGeom>
        </p:spPr>
      </p:pic>
      <p:sp>
        <p:nvSpPr>
          <p:cNvPr id="5" name="文本框 4">
            <a:hlinkClick r:id="rId2" action="ppaction://hlinksldjump"/>
          </p:cNvPr>
          <p:cNvSpPr txBox="1"/>
          <p:nvPr/>
        </p:nvSpPr>
        <p:spPr>
          <a:xfrm>
            <a:off x="809625" y="8446135"/>
            <a:ext cx="1169035" cy="40322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p>
            <a:r>
              <a:rPr lang="en-US" altLang="zh-CN" sz="2025" b="1">
                <a:solidFill>
                  <a:schemeClr val="bg1"/>
                </a:solidFill>
              </a:rPr>
              <a:t>Return</a:t>
            </a:r>
            <a:endParaRPr lang="en-US" altLang="zh-CN" sz="2025" b="1">
              <a:solidFill>
                <a:schemeClr val="bg1"/>
              </a:solidFill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pic>
        <p:nvPicPr>
          <p:cNvPr id="4" name="图片 3" descr="屏幕截图 2025-04-12 2016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4950" y="3000375"/>
            <a:ext cx="3848100" cy="6191250"/>
          </a:xfrm>
          <a:prstGeom prst="rect">
            <a:avLst/>
          </a:prstGeom>
        </p:spPr>
      </p:pic>
      <p:sp>
        <p:nvSpPr>
          <p:cNvPr id="5" name="文本框 4">
            <a:hlinkClick r:id="rId2" action="ppaction://hlinksldjump"/>
          </p:cNvPr>
          <p:cNvSpPr txBox="1"/>
          <p:nvPr/>
        </p:nvSpPr>
        <p:spPr>
          <a:xfrm>
            <a:off x="922655" y="8788400"/>
            <a:ext cx="1169035" cy="40322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p>
            <a:r>
              <a:rPr lang="en-US" altLang="zh-CN" sz="2025" b="1">
                <a:solidFill>
                  <a:schemeClr val="bg1"/>
                </a:solidFill>
              </a:rPr>
              <a:t>Return</a:t>
            </a:r>
            <a:endParaRPr lang="en-US" altLang="zh-CN" sz="2025" b="1">
              <a:solidFill>
                <a:schemeClr val="bg1"/>
              </a:solidFill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</Words>
  <Application>WPS 演示</Application>
  <PresentationFormat>宽屏</PresentationFormat>
  <Paragraphs>18</Paragraphs>
  <Slides>10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6" baseType="lpstr">
      <vt:lpstr>Arial</vt:lpstr>
      <vt:lpstr>宋体</vt:lpstr>
      <vt:lpstr>Wingdings</vt:lpstr>
      <vt:lpstr>Wingdings</vt:lpstr>
      <vt:lpstr>微软雅黑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Linda.璽</cp:lastModifiedBy>
  <cp:revision>160</cp:revision>
  <dcterms:created xsi:type="dcterms:W3CDTF">2019-06-19T02:08:00Z</dcterms:created>
  <dcterms:modified xsi:type="dcterms:W3CDTF">2025-04-13T01:31:03Z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2052-12.1.0.20784</vt:lpwstr>
  </property>
  <property fmtid="{D5CDD505-2E9C-101B-9397-08002B2CF9AE}" pid="3" name="ICV">
    <vt:lpwstr>325F4293F59D4F0E9772C61FB05B06B6_11</vt:lpwstr>
  </property>
</Properties>
</file>