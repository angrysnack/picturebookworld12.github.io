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7" r:id="rId5"/>
    <p:sldId id="268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28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8.xml"/><Relationship Id="rId3" Type="http://schemas.openxmlformats.org/officeDocument/2006/relationships/slide" Target="slide5.xml"/><Relationship Id="rId2" Type="http://schemas.openxmlformats.org/officeDocument/2006/relationships/slide" Target="slide10.xml"/><Relationship Id="rId1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slide" Target="slide4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slide" Target="slide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4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4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5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e091875e0010cbcd48e19f51a8e8e0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864870"/>
            <a:ext cx="4524375" cy="7629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8a24aa9e793d170b98cf69abc85953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80" y="2222500"/>
            <a:ext cx="4629150" cy="5257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06500" y="1003300"/>
            <a:ext cx="34163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/>
              <a:t>This Is</a:t>
            </a:r>
            <a:endParaRPr lang="en-US" altLang="zh-CN" sz="3600"/>
          </a:p>
          <a:p>
            <a:r>
              <a:rPr lang="en-US" altLang="zh-CN" sz="3600"/>
              <a:t>My Bear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bcf7e65b63a37c94b674a6e8193aea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15" y="906780"/>
            <a:ext cx="4533900" cy="7086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5515" y="8210550"/>
            <a:ext cx="22796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This is my bear.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4005" y="375920"/>
            <a:ext cx="5417820" cy="133350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2400" i="0">
                <a:solidFill>
                  <a:srgbClr val="404040"/>
                </a:solidFill>
                <a:latin typeface="DeepSeek-CJK-patch"/>
                <a:ea typeface="DeepSeek-CJK-patch"/>
              </a:rPr>
              <a:t>Click to discover what makes this teddy bear special.</a:t>
            </a:r>
            <a:endParaRPr lang="en-US" altLang="zh-CN" sz="24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1167130" y="3972560"/>
            <a:ext cx="570230" cy="558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1167130" y="5762625"/>
            <a:ext cx="570230" cy="5588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3" action="ppaction://hlinksldjump"/>
          </p:cNvPr>
          <p:cNvSpPr/>
          <p:nvPr/>
        </p:nvSpPr>
        <p:spPr>
          <a:xfrm>
            <a:off x="2717800" y="2795905"/>
            <a:ext cx="570230" cy="5588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4" action="ppaction://hlinksldjump"/>
          </p:cNvPr>
          <p:cNvSpPr/>
          <p:nvPr/>
        </p:nvSpPr>
        <p:spPr>
          <a:xfrm>
            <a:off x="4522470" y="5599430"/>
            <a:ext cx="570230" cy="5588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5" action="ppaction://hlinksldjump"/>
          </p:cNvPr>
          <p:cNvSpPr/>
          <p:nvPr/>
        </p:nvSpPr>
        <p:spPr>
          <a:xfrm>
            <a:off x="4551680" y="4121150"/>
            <a:ext cx="570230" cy="558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93340" y="2256790"/>
            <a:ext cx="956945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4">
                    <a:lumMod val="75000"/>
                  </a:schemeClr>
                </a:solidFill>
                <a:sym typeface="+mn-ea"/>
              </a:rPr>
              <a:t>soft</a:t>
            </a:r>
            <a:endParaRPr lang="en-US" altLang="zh-CN" sz="3200" b="1">
              <a:solidFill>
                <a:schemeClr val="accent4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8545" y="3354705"/>
            <a:ext cx="908050" cy="621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3200" b="1">
                <a:solidFill>
                  <a:srgbClr val="7030A0"/>
                </a:solidFill>
                <a:sym typeface="+mn-ea"/>
              </a:rPr>
              <a:t>fur</a:t>
            </a:r>
            <a:endParaRPr lang="en-US" altLang="zh-CN" sz="3200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40225" y="3582670"/>
            <a:ext cx="93472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6">
                    <a:lumMod val="60000"/>
                    <a:lumOff val="40000"/>
                  </a:schemeClr>
                </a:solidFill>
                <a:sym typeface="+mn-ea"/>
              </a:rPr>
              <a:t> </a:t>
            </a:r>
            <a:r>
              <a:rPr lang="en-US" altLang="zh-CN" sz="3200" b="1">
                <a:solidFill>
                  <a:schemeClr val="accent6">
                    <a:lumMod val="60000"/>
                    <a:lumOff val="40000"/>
                  </a:schemeClr>
                </a:solidFill>
                <a:sym typeface="+mn-ea"/>
              </a:rPr>
              <a:t>fat</a:t>
            </a:r>
            <a:endParaRPr lang="en-US" altLang="zh-CN" sz="3200" b="1">
              <a:solidFill>
                <a:schemeClr val="accent6">
                  <a:lumMod val="60000"/>
                  <a:lumOff val="40000"/>
                </a:schemeClr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79875" y="5107940"/>
            <a:ext cx="1550035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brown</a:t>
            </a:r>
            <a:endParaRPr lang="en-US" altLang="zh-CN" sz="32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2" name="椭圆 11">
            <a:hlinkClick r:id="rId6" action="ppaction://hlinksldjump"/>
          </p:cNvPr>
          <p:cNvSpPr/>
          <p:nvPr/>
        </p:nvSpPr>
        <p:spPr>
          <a:xfrm>
            <a:off x="2717800" y="6483350"/>
            <a:ext cx="570230" cy="558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484120" y="5989320"/>
            <a:ext cx="129222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3200" b="1">
                <a:solidFill>
                  <a:schemeClr val="accent5">
                    <a:lumMod val="60000"/>
                    <a:lumOff val="40000"/>
                  </a:schemeClr>
                </a:solidFill>
                <a:sym typeface="+mn-ea"/>
              </a:rPr>
              <a:t>ears</a:t>
            </a:r>
            <a:endParaRPr lang="en-US" altLang="zh-CN" sz="3200" b="1">
              <a:solidFill>
                <a:schemeClr val="accent5">
                  <a:lumMod val="60000"/>
                  <a:lumOff val="40000"/>
                </a:schemeClr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0595" y="5180330"/>
            <a:ext cx="1016000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3200" b="1">
                <a:solidFill>
                  <a:schemeClr val="accent3">
                    <a:lumMod val="60000"/>
                    <a:lumOff val="40000"/>
                  </a:schemeClr>
                </a:solidFill>
                <a:sym typeface="+mn-ea"/>
              </a:rPr>
              <a:t>feet</a:t>
            </a:r>
            <a:endParaRPr lang="en-US" altLang="zh-CN" sz="3200" b="1">
              <a:solidFill>
                <a:schemeClr val="accent3">
                  <a:lumMod val="60000"/>
                  <a:lumOff val="40000"/>
                </a:schemeClr>
              </a:solidFill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00ff2ad9601c0576ce1a8dad1afa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785" y="930275"/>
            <a:ext cx="4438650" cy="6934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00785" y="8194040"/>
            <a:ext cx="34163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600"/>
              <a:t>My bear is </a:t>
            </a:r>
            <a:endParaRPr lang="en-US" altLang="zh-CN" sz="3600"/>
          </a:p>
          <a:p>
            <a:r>
              <a:rPr lang="en-US" altLang="zh-CN" sz="3600"/>
              <a:t>soft.</a:t>
            </a:r>
            <a:endParaRPr lang="zh-CN" altLang="en-US" sz="3600"/>
          </a:p>
        </p:txBody>
      </p:sp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8bc4ac3943b8bbb4f070cc2029be3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705" y="907415"/>
            <a:ext cx="4448175" cy="7010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5705" y="8117840"/>
            <a:ext cx="3546475" cy="55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My bear has </a:t>
            </a:r>
            <a:endParaRPr lang="en-US" altLang="zh-CN" sz="3600"/>
          </a:p>
          <a:p>
            <a:r>
              <a:rPr lang="en-US" altLang="zh-CN" sz="3600"/>
              <a:t>fur.</a:t>
            </a:r>
            <a:endParaRPr lang="zh-CN" altLang="en-US" sz="36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cc708687fbc6eb8e81c883836ff3b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60" y="895350"/>
            <a:ext cx="4381500" cy="6915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29360" y="7981315"/>
            <a:ext cx="3292475" cy="632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My bear is</a:t>
            </a:r>
            <a:endParaRPr lang="en-US" altLang="zh-CN" sz="3600"/>
          </a:p>
          <a:p>
            <a:r>
              <a:rPr lang="en-US" altLang="zh-CN" sz="3600"/>
              <a:t> fat .</a:t>
            </a:r>
            <a:endParaRPr lang="zh-CN" altLang="en-US" sz="36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049c99514710559414280de49ccd7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987425"/>
            <a:ext cx="4476750" cy="6953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81100" y="8244840"/>
            <a:ext cx="355663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My bear is brown.</a:t>
            </a:r>
            <a:endParaRPr lang="zh-CN" altLang="en-US" sz="36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5818de3f20ca2e43bcd9d5ed435a28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910" y="849630"/>
            <a:ext cx="4448175" cy="69627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11910" y="7992110"/>
            <a:ext cx="302577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My bear has ears.</a:t>
            </a:r>
            <a:endParaRPr lang="zh-CN" altLang="en-US" sz="36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340417e006a620fd43f3cdf55352d0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884555"/>
            <a:ext cx="4457700" cy="7038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6190" y="8152765"/>
            <a:ext cx="2957830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My bear has feet.</a:t>
            </a:r>
            <a:endParaRPr lang="zh-CN" altLang="en-US" sz="36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940935" y="8500110"/>
            <a:ext cx="1196340" cy="4800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/>
              <a:t>retur</a:t>
            </a:r>
            <a:r>
              <a:rPr lang="en-US" altLang="zh-CN" sz="2800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FAFAFA"/>
                      <wpsdc:folHlinkClr xmlns:wpsdc="http://www.wps.cn/officeDocument/2017/drawingmlCustomData" val="7E1FAD"/>
                      <wpsdc:hlinkUnderline xmlns:wpsdc="http://www.wps.cn/officeDocument/2017/drawingmlCustomData" val="1"/>
                    </a:ext>
                  </a:extLst>
                </a:hlinkClick>
              </a:rPr>
              <a:t>n</a:t>
            </a:r>
            <a:endParaRPr lang="en-US" altLang="zh-CN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bddcc942bc44085c8a35f8beb219b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620" y="1033145"/>
            <a:ext cx="4457700" cy="6972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04620" y="8091170"/>
            <a:ext cx="2831465" cy="68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I love my bear.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WPS 演示</Application>
  <PresentationFormat>宽屏</PresentationFormat>
  <Paragraphs>48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157</cp:revision>
  <dcterms:created xsi:type="dcterms:W3CDTF">2019-06-19T02:08:00Z</dcterms:created>
  <dcterms:modified xsi:type="dcterms:W3CDTF">2025-04-13T01:31:05Z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EC93B4B557264ACEB0382B0222227653_11</vt:lpwstr>
  </property>
</Properties>
</file>