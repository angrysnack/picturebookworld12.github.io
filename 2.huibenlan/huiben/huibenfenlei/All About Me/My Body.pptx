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6858000" cy="1219263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840"/>
        <p:guide pos="215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625760"/>
            <a:ext cx="5512050" cy="457005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6330223"/>
            <a:ext cx="5512050" cy="261785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9857424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4368" y="1043294"/>
            <a:ext cx="6170175" cy="846163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6842274"/>
            <a:ext cx="4369950" cy="136333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8205608"/>
            <a:ext cx="4369950" cy="154255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669063"/>
            <a:ext cx="2911950" cy="844243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669063"/>
            <a:ext cx="2911950" cy="844243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541050"/>
            <a:ext cx="3005100" cy="67846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3296325"/>
            <a:ext cx="3005100" cy="78151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527767"/>
            <a:ext cx="3005100" cy="67846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3296325"/>
            <a:ext cx="3005100" cy="78151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765072"/>
            <a:ext cx="2943606" cy="8192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765072"/>
            <a:ext cx="2940300" cy="8192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625760"/>
            <a:ext cx="587250" cy="894168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625760"/>
            <a:ext cx="5157675" cy="894168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376135"/>
            <a:ext cx="6172200" cy="97481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4416435"/>
            <a:ext cx="5512050" cy="181137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6330223"/>
            <a:ext cx="5512050" cy="83848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342225" y="1081707"/>
            <a:ext cx="6170175" cy="12545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342225" y="2649861"/>
            <a:ext cx="6170175" cy="846163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344250" y="11226705"/>
            <a:ext cx="151875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2315250" y="11226705"/>
            <a:ext cx="222750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4993650" y="11226705"/>
            <a:ext cx="151875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3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64.xml"/><Relationship Id="rId16" Type="http://schemas.openxmlformats.org/officeDocument/2006/relationships/slide" Target="slide7.xml"/><Relationship Id="rId15" Type="http://schemas.openxmlformats.org/officeDocument/2006/relationships/slide" Target="slide8.xml"/><Relationship Id="rId14" Type="http://schemas.openxmlformats.org/officeDocument/2006/relationships/slide" Target="slide9.xml"/><Relationship Id="rId13" Type="http://schemas.openxmlformats.org/officeDocument/2006/relationships/slide" Target="slide10.xml"/><Relationship Id="rId12" Type="http://schemas.openxmlformats.org/officeDocument/2006/relationships/slide" Target="slide6.xml"/><Relationship Id="rId11" Type="http://schemas.openxmlformats.org/officeDocument/2006/relationships/slide" Target="slide5.xml"/><Relationship Id="rId10" Type="http://schemas.openxmlformats.org/officeDocument/2006/relationships/slide" Target="slide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slide" Target="slide2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6.xml"/><Relationship Id="rId2" Type="http://schemas.openxmlformats.org/officeDocument/2006/relationships/slide" Target="slide2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7.xml"/><Relationship Id="rId2" Type="http://schemas.openxmlformats.org/officeDocument/2006/relationships/slide" Target="slide2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8.xml"/><Relationship Id="rId2" Type="http://schemas.openxmlformats.org/officeDocument/2006/relationships/slide" Target="slide2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9.xml"/><Relationship Id="rId2" Type="http://schemas.openxmlformats.org/officeDocument/2006/relationships/slide" Target="slide2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0.xml"/><Relationship Id="rId2" Type="http://schemas.openxmlformats.org/officeDocument/2006/relationships/slide" Target="slide2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1.xml"/><Relationship Id="rId2" Type="http://schemas.openxmlformats.org/officeDocument/2006/relationships/slide" Target="slide2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2.xml"/><Relationship Id="rId2" Type="http://schemas.openxmlformats.org/officeDocument/2006/relationships/slide" Target="slide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屏幕截图 2025-04-12 2001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060" y="1024890"/>
            <a:ext cx="6151880" cy="103047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0" y="339090"/>
            <a:ext cx="6697980" cy="2083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3200">
                <a:latin typeface="+mj-ea"/>
                <a:ea typeface="+mj-ea"/>
              </a:rPr>
              <a:t>Click on the colored buttons to start getting to know them!</a:t>
            </a:r>
            <a:endParaRPr lang="en-US" altLang="zh-CN" sz="3200">
              <a:latin typeface="+mj-ea"/>
              <a:ea typeface="+mj-ea"/>
            </a:endParaRPr>
          </a:p>
        </p:txBody>
      </p:sp>
      <p:pic>
        <p:nvPicPr>
          <p:cNvPr id="19" name="图片 18" descr="屏幕截图 2025-04-12 200133"/>
          <p:cNvPicPr>
            <a:picLocks noChangeAspect="1"/>
          </p:cNvPicPr>
          <p:nvPr/>
        </p:nvPicPr>
        <p:blipFill>
          <a:blip r:embed="rId1"/>
          <a:srcRect b="8216"/>
          <a:stretch>
            <a:fillRect/>
          </a:stretch>
        </p:blipFill>
        <p:spPr>
          <a:xfrm>
            <a:off x="149860" y="2065655"/>
            <a:ext cx="1467485" cy="2234565"/>
          </a:xfrm>
          <a:prstGeom prst="rect">
            <a:avLst/>
          </a:prstGeom>
        </p:spPr>
      </p:pic>
      <p:pic>
        <p:nvPicPr>
          <p:cNvPr id="20" name="图片 19" descr="屏幕截图 2025-04-12 200138"/>
          <p:cNvPicPr>
            <a:picLocks noChangeAspect="1"/>
          </p:cNvPicPr>
          <p:nvPr/>
        </p:nvPicPr>
        <p:blipFill>
          <a:blip r:embed="rId2"/>
          <a:srcRect b="9520"/>
          <a:stretch>
            <a:fillRect/>
          </a:stretch>
        </p:blipFill>
        <p:spPr>
          <a:xfrm>
            <a:off x="2085340" y="2065655"/>
            <a:ext cx="1489710" cy="2202815"/>
          </a:xfrm>
          <a:prstGeom prst="rect">
            <a:avLst/>
          </a:prstGeom>
        </p:spPr>
      </p:pic>
      <p:pic>
        <p:nvPicPr>
          <p:cNvPr id="21" name="图片 20" descr="屏幕截图 2025-04-12 200144"/>
          <p:cNvPicPr>
            <a:picLocks noChangeAspect="1"/>
          </p:cNvPicPr>
          <p:nvPr/>
        </p:nvPicPr>
        <p:blipFill>
          <a:blip r:embed="rId3"/>
          <a:srcRect b="9187"/>
          <a:stretch>
            <a:fillRect/>
          </a:stretch>
        </p:blipFill>
        <p:spPr>
          <a:xfrm>
            <a:off x="3825875" y="2087880"/>
            <a:ext cx="1482725" cy="2234565"/>
          </a:xfrm>
          <a:prstGeom prst="rect">
            <a:avLst/>
          </a:prstGeom>
        </p:spPr>
      </p:pic>
      <p:pic>
        <p:nvPicPr>
          <p:cNvPr id="22" name="图片 21" descr="屏幕截图 2025-04-12 200150"/>
          <p:cNvPicPr>
            <a:picLocks noChangeAspect="1"/>
          </p:cNvPicPr>
          <p:nvPr/>
        </p:nvPicPr>
        <p:blipFill>
          <a:blip r:embed="rId4"/>
          <a:srcRect b="11146"/>
          <a:stretch>
            <a:fillRect/>
          </a:stretch>
        </p:blipFill>
        <p:spPr>
          <a:xfrm>
            <a:off x="5436870" y="2152650"/>
            <a:ext cx="1467485" cy="2166620"/>
          </a:xfrm>
          <a:prstGeom prst="rect">
            <a:avLst/>
          </a:prstGeom>
        </p:spPr>
      </p:pic>
      <p:pic>
        <p:nvPicPr>
          <p:cNvPr id="23" name="图片 22" descr="屏幕截图 2025-04-12 200156"/>
          <p:cNvPicPr>
            <a:picLocks noChangeAspect="1"/>
          </p:cNvPicPr>
          <p:nvPr/>
        </p:nvPicPr>
        <p:blipFill>
          <a:blip r:embed="rId5"/>
          <a:srcRect b="9598"/>
          <a:stretch>
            <a:fillRect/>
          </a:stretch>
        </p:blipFill>
        <p:spPr>
          <a:xfrm>
            <a:off x="285115" y="6466205"/>
            <a:ext cx="1471295" cy="2200910"/>
          </a:xfrm>
          <a:prstGeom prst="rect">
            <a:avLst/>
          </a:prstGeom>
        </p:spPr>
      </p:pic>
      <p:pic>
        <p:nvPicPr>
          <p:cNvPr id="24" name="图片 23" descr="屏幕截图 2025-04-12 200203"/>
          <p:cNvPicPr>
            <a:picLocks noChangeAspect="1"/>
          </p:cNvPicPr>
          <p:nvPr/>
        </p:nvPicPr>
        <p:blipFill>
          <a:blip r:embed="rId6"/>
          <a:srcRect b="8661"/>
          <a:stretch>
            <a:fillRect/>
          </a:stretch>
        </p:blipFill>
        <p:spPr>
          <a:xfrm>
            <a:off x="1990090" y="6476365"/>
            <a:ext cx="1460500" cy="2196465"/>
          </a:xfrm>
          <a:prstGeom prst="rect">
            <a:avLst/>
          </a:prstGeom>
        </p:spPr>
      </p:pic>
      <p:pic>
        <p:nvPicPr>
          <p:cNvPr id="25" name="图片 24" descr="屏幕截图 2025-04-12 200209"/>
          <p:cNvPicPr>
            <a:picLocks noChangeAspect="1"/>
          </p:cNvPicPr>
          <p:nvPr/>
        </p:nvPicPr>
        <p:blipFill>
          <a:blip r:embed="rId7"/>
          <a:srcRect b="8793"/>
          <a:stretch>
            <a:fillRect/>
          </a:stretch>
        </p:blipFill>
        <p:spPr>
          <a:xfrm>
            <a:off x="3592195" y="6460490"/>
            <a:ext cx="1441450" cy="2206625"/>
          </a:xfrm>
          <a:prstGeom prst="rect">
            <a:avLst/>
          </a:prstGeom>
        </p:spPr>
      </p:pic>
      <p:pic>
        <p:nvPicPr>
          <p:cNvPr id="26" name="图片 25" descr="屏幕截图 2025-04-12 200214"/>
          <p:cNvPicPr>
            <a:picLocks noChangeAspect="1"/>
          </p:cNvPicPr>
          <p:nvPr/>
        </p:nvPicPr>
        <p:blipFill>
          <a:blip r:embed="rId8"/>
          <a:srcRect b="13672"/>
          <a:stretch>
            <a:fillRect/>
          </a:stretch>
        </p:blipFill>
        <p:spPr>
          <a:xfrm>
            <a:off x="5087620" y="6562090"/>
            <a:ext cx="1583055" cy="2105025"/>
          </a:xfrm>
          <a:prstGeom prst="rect">
            <a:avLst/>
          </a:prstGeom>
        </p:spPr>
      </p:pic>
      <p:sp>
        <p:nvSpPr>
          <p:cNvPr id="2" name="椭圆 1">
            <a:hlinkClick r:id="rId9" action="ppaction://hlinksldjump"/>
          </p:cNvPr>
          <p:cNvSpPr/>
          <p:nvPr/>
        </p:nvSpPr>
        <p:spPr>
          <a:xfrm>
            <a:off x="729615" y="4562475"/>
            <a:ext cx="554990" cy="5746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1" name="椭圆 10">
            <a:hlinkClick r:id="rId10" action="ppaction://hlinksldjump"/>
          </p:cNvPr>
          <p:cNvSpPr/>
          <p:nvPr/>
        </p:nvSpPr>
        <p:spPr>
          <a:xfrm>
            <a:off x="2676525" y="4562475"/>
            <a:ext cx="554990" cy="5746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2" name="椭圆 11">
            <a:hlinkClick r:id="rId11" action="ppaction://hlinksldjump"/>
          </p:cNvPr>
          <p:cNvSpPr/>
          <p:nvPr/>
        </p:nvSpPr>
        <p:spPr>
          <a:xfrm>
            <a:off x="4413250" y="4562475"/>
            <a:ext cx="554990" cy="5746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3" name="椭圆 12">
            <a:hlinkClick r:id="rId12" action="ppaction://hlinksldjump"/>
          </p:cNvPr>
          <p:cNvSpPr/>
          <p:nvPr/>
        </p:nvSpPr>
        <p:spPr>
          <a:xfrm>
            <a:off x="6149340" y="4563110"/>
            <a:ext cx="554990" cy="5746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4" name="椭圆 13">
            <a:hlinkClick r:id="rId13" action="ppaction://hlinksldjump"/>
          </p:cNvPr>
          <p:cNvSpPr/>
          <p:nvPr/>
        </p:nvSpPr>
        <p:spPr>
          <a:xfrm>
            <a:off x="5835650" y="8961120"/>
            <a:ext cx="554990" cy="5746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5" name="椭圆 14">
            <a:hlinkClick r:id="rId14" action="ppaction://hlinksldjump"/>
          </p:cNvPr>
          <p:cNvSpPr/>
          <p:nvPr/>
        </p:nvSpPr>
        <p:spPr>
          <a:xfrm>
            <a:off x="4413250" y="8961120"/>
            <a:ext cx="554990" cy="57467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6" name="椭圆 15">
            <a:hlinkClick r:id="rId15" action="ppaction://hlinksldjump"/>
          </p:cNvPr>
          <p:cNvSpPr/>
          <p:nvPr/>
        </p:nvSpPr>
        <p:spPr>
          <a:xfrm>
            <a:off x="2676525" y="8961120"/>
            <a:ext cx="554990" cy="5746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7" name="椭圆 16">
            <a:hlinkClick r:id="rId16" action="ppaction://hlinksldjump"/>
          </p:cNvPr>
          <p:cNvSpPr/>
          <p:nvPr/>
        </p:nvSpPr>
        <p:spPr>
          <a:xfrm>
            <a:off x="1062355" y="8961120"/>
            <a:ext cx="554990" cy="5746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</p:spTree>
    <p:custDataLst>
      <p:tags r:id="rId1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屏幕截图 2025-04-12 2001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295" y="904875"/>
            <a:ext cx="5574030" cy="924306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097020" y="9594850"/>
            <a:ext cx="1169035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 descr="屏幕截图 2025-04-12 2001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440" y="1059815"/>
            <a:ext cx="6167120" cy="10073640"/>
          </a:xfrm>
          <a:prstGeom prst="rect">
            <a:avLst/>
          </a:prstGeom>
        </p:spPr>
      </p:pic>
      <p:sp>
        <p:nvSpPr>
          <p:cNvPr id="7" name="文本框 6">
            <a:hlinkClick r:id="rId2" action="ppaction://hlinksldjump"/>
          </p:cNvPr>
          <p:cNvSpPr txBox="1"/>
          <p:nvPr/>
        </p:nvSpPr>
        <p:spPr>
          <a:xfrm>
            <a:off x="4187190" y="10596880"/>
            <a:ext cx="1169035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 descr="屏幕截图 2025-04-12 2001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740" y="1169670"/>
            <a:ext cx="5938520" cy="9852660"/>
          </a:xfrm>
          <a:prstGeom prst="rect">
            <a:avLst/>
          </a:prstGeom>
        </p:spPr>
      </p:pic>
      <p:sp>
        <p:nvSpPr>
          <p:cNvPr id="7" name="文本框 6">
            <a:hlinkClick r:id="rId2" action="ppaction://hlinksldjump"/>
          </p:cNvPr>
          <p:cNvSpPr txBox="1"/>
          <p:nvPr/>
        </p:nvSpPr>
        <p:spPr>
          <a:xfrm>
            <a:off x="4445635" y="10337800"/>
            <a:ext cx="1169035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 descr="屏幕截图 2025-04-12 200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440" y="975360"/>
            <a:ext cx="6167120" cy="10241915"/>
          </a:xfrm>
          <a:prstGeom prst="rect">
            <a:avLst/>
          </a:prstGeom>
        </p:spPr>
      </p:pic>
      <p:sp>
        <p:nvSpPr>
          <p:cNvPr id="7" name="文本框 6">
            <a:hlinkClick r:id="rId2" action="ppaction://hlinksldjump"/>
          </p:cNvPr>
          <p:cNvSpPr txBox="1"/>
          <p:nvPr/>
        </p:nvSpPr>
        <p:spPr>
          <a:xfrm>
            <a:off x="4749800" y="10540365"/>
            <a:ext cx="1169035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 descr="屏幕截图 2025-04-12 2001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855" y="816610"/>
            <a:ext cx="6384290" cy="10560050"/>
          </a:xfrm>
          <a:prstGeom prst="rect">
            <a:avLst/>
          </a:prstGeom>
        </p:spPr>
      </p:pic>
      <p:sp>
        <p:nvSpPr>
          <p:cNvPr id="7" name="文本框 6">
            <a:hlinkClick r:id="rId2" action="ppaction://hlinksldjump"/>
          </p:cNvPr>
          <p:cNvSpPr txBox="1"/>
          <p:nvPr/>
        </p:nvSpPr>
        <p:spPr>
          <a:xfrm>
            <a:off x="4682490" y="10708005"/>
            <a:ext cx="1169035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 descr="屏幕截图 2025-04-12 2002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440" y="1019810"/>
            <a:ext cx="6167120" cy="10153015"/>
          </a:xfrm>
          <a:prstGeom prst="rect">
            <a:avLst/>
          </a:prstGeom>
        </p:spPr>
      </p:pic>
      <p:sp>
        <p:nvSpPr>
          <p:cNvPr id="7" name="文本框 6">
            <a:hlinkClick r:id="rId2" action="ppaction://hlinksldjump"/>
          </p:cNvPr>
          <p:cNvSpPr txBox="1"/>
          <p:nvPr/>
        </p:nvSpPr>
        <p:spPr>
          <a:xfrm>
            <a:off x="4434205" y="10608310"/>
            <a:ext cx="1169035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 descr="屏幕截图 2025-04-12 2002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930" y="1108075"/>
            <a:ext cx="5946140" cy="9976485"/>
          </a:xfrm>
          <a:prstGeom prst="rect">
            <a:avLst/>
          </a:prstGeom>
        </p:spPr>
      </p:pic>
      <p:sp>
        <p:nvSpPr>
          <p:cNvPr id="7" name="文本框 6">
            <a:hlinkClick r:id="rId2" action="ppaction://hlinksldjump"/>
          </p:cNvPr>
          <p:cNvSpPr txBox="1"/>
          <p:nvPr/>
        </p:nvSpPr>
        <p:spPr>
          <a:xfrm>
            <a:off x="4671695" y="10473055"/>
            <a:ext cx="1169035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 descr="屏幕截图 2025-04-12 2002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440" y="1347470"/>
            <a:ext cx="6167120" cy="9497060"/>
          </a:xfrm>
          <a:prstGeom prst="rect">
            <a:avLst/>
          </a:prstGeom>
        </p:spPr>
      </p:pic>
      <p:sp>
        <p:nvSpPr>
          <p:cNvPr id="7" name="文本框 6">
            <a:hlinkClick r:id="rId2" action="ppaction://hlinksldjump"/>
          </p:cNvPr>
          <p:cNvSpPr txBox="1"/>
          <p:nvPr/>
        </p:nvSpPr>
        <p:spPr>
          <a:xfrm>
            <a:off x="4457700" y="10146030"/>
            <a:ext cx="1169035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WPS 演示</Application>
  <PresentationFormat>宽屏</PresentationFormat>
  <Paragraphs>18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158</cp:revision>
  <dcterms:created xsi:type="dcterms:W3CDTF">2019-06-19T02:08:00Z</dcterms:created>
  <dcterms:modified xsi:type="dcterms:W3CDTF">2025-04-13T01:31:02Z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325F4293F59D4F0E9772C61FB05B06B6_11</vt:lpwstr>
  </property>
</Properties>
</file>