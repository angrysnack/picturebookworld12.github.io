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24384000" cy="157734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9.xml"/><Relationship Id="rId7" Type="http://schemas.openxmlformats.org/officeDocument/2006/relationships/slide" Target="slide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864100" y="2819400"/>
            <a:ext cx="393700" cy="3556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33700" y="12687300"/>
            <a:ext cx="381000" cy="3302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19583400" y="13754100"/>
            <a:ext cx="3886200" cy="1524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964400" y="13754100"/>
            <a:ext cx="46755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111500" y="12585700"/>
            <a:ext cx="4318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19812000" y="13754100"/>
            <a:ext cx="3886200" cy="152400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0">
                <a:solidFill>
                  <a:schemeClr val="tx1"/>
                </a:solidFill>
                <a:sym typeface="+mn-ea"/>
                <a:hlinkClick r:id="rId3" action="ppaction://hlinksldjump"/>
              </a:rPr>
              <a:t>return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84500" y="12661900"/>
            <a:ext cx="419100" cy="3175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000" y="127000"/>
            <a:ext cx="24384000" cy="15773400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19812000" y="13754100"/>
            <a:ext cx="3886200" cy="152400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0">
                <a:solidFill>
                  <a:schemeClr val="tx1"/>
                </a:solidFill>
                <a:sym typeface="+mn-ea"/>
                <a:hlinkClick r:id="rId3" action="ppaction://hlinksldjump"/>
              </a:rPr>
              <a:t>return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00400" y="12623800"/>
            <a:ext cx="393700" cy="3048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19812000" y="13754100"/>
            <a:ext cx="3886200" cy="152400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0">
                <a:solidFill>
                  <a:schemeClr val="tx1"/>
                </a:solidFill>
                <a:sym typeface="+mn-ea"/>
                <a:hlinkClick r:id="rId3" action="ppaction://hlinksldjump"/>
              </a:rPr>
              <a:t>return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22600" y="12661900"/>
            <a:ext cx="393700" cy="3175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19812000" y="13754100"/>
            <a:ext cx="3886200" cy="152400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0">
                <a:solidFill>
                  <a:schemeClr val="tx1"/>
                </a:solidFill>
                <a:sym typeface="+mn-ea"/>
                <a:hlinkClick r:id="rId3" action="ppaction://hlinksldjump"/>
              </a:rPr>
              <a:t>return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76600" y="12661900"/>
            <a:ext cx="381000" cy="3175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19812000" y="13754100"/>
            <a:ext cx="3886200" cy="152400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0">
                <a:solidFill>
                  <a:schemeClr val="tx1"/>
                </a:solidFill>
                <a:sym typeface="+mn-ea"/>
                <a:hlinkClick r:id="rId3" action="ppaction://hlinksldjump"/>
              </a:rPr>
              <a:t>return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111500" y="12661900"/>
            <a:ext cx="381000" cy="3175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19812000" y="13754100"/>
            <a:ext cx="3886200" cy="152400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0">
                <a:solidFill>
                  <a:schemeClr val="tx1"/>
                </a:solidFill>
                <a:sym typeface="+mn-ea"/>
                <a:hlinkClick r:id="rId3" action="ppaction://hlinksldjump"/>
              </a:rPr>
              <a:t>return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38500" y="12674600"/>
            <a:ext cx="393700" cy="3302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19812000" y="13754100"/>
            <a:ext cx="3886200" cy="152400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0">
                <a:solidFill>
                  <a:schemeClr val="tx1"/>
                </a:solidFill>
                <a:sym typeface="+mn-ea"/>
                <a:hlinkClick r:id="rId3" action="ppaction://hlinksldjump"/>
              </a:rPr>
              <a:t>return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-2357755"/>
            <a:ext cx="692785" cy="1148080"/>
          </a:xfrm>
        </p:spPr>
        <p:txBody>
          <a:bodyPr/>
          <a:p>
            <a:pPr mar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57600" y="10629900"/>
            <a:ext cx="15628620" cy="6496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8000">
                <a:latin typeface="+mj-ea"/>
                <a:ea typeface="+mj-ea"/>
                <a:sym typeface="+mn-ea"/>
              </a:rPr>
              <a:t>Click on the colored buttons to start getting to know the </a:t>
            </a:r>
            <a:r>
              <a:rPr lang="en-US" altLang="zh-CN" sz="8000">
                <a:latin typeface="+mj-ea"/>
                <a:ea typeface="+mj-ea"/>
                <a:sym typeface="+mn-ea"/>
              </a:rPr>
              <a:t>them!</a:t>
            </a:r>
            <a:endParaRPr lang="en-US" altLang="zh-CN" sz="8000">
              <a:latin typeface="+mj-ea"/>
              <a:ea typeface="+mj-ea"/>
              <a:sym typeface="+mn-ea"/>
            </a:endParaRPr>
          </a:p>
        </p:txBody>
      </p:sp>
      <p:sp>
        <p:nvSpPr>
          <p:cNvPr id="5" name="椭圆 4">
            <a:hlinkClick r:id="rId1" action="ppaction://hlinksldjump"/>
          </p:cNvPr>
          <p:cNvSpPr/>
          <p:nvPr/>
        </p:nvSpPr>
        <p:spPr>
          <a:xfrm>
            <a:off x="5867400" y="2705100"/>
            <a:ext cx="1478280" cy="14401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86400" y="4152900"/>
            <a:ext cx="3963670" cy="1063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800"/>
              <a:t>    </a:t>
            </a:r>
            <a:r>
              <a:rPr lang="en-US" altLang="zh-CN" sz="5400"/>
              <a:t>talk</a:t>
            </a:r>
            <a:endParaRPr lang="en-US" altLang="zh-CN" sz="5400"/>
          </a:p>
        </p:txBody>
      </p:sp>
      <p:sp>
        <p:nvSpPr>
          <p:cNvPr id="7" name="椭圆 6">
            <a:hlinkClick r:id="rId2" action="ppaction://hlinksldjump"/>
          </p:cNvPr>
          <p:cNvSpPr/>
          <p:nvPr/>
        </p:nvSpPr>
        <p:spPr>
          <a:xfrm>
            <a:off x="8534400" y="2628900"/>
            <a:ext cx="1478280" cy="14401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534400" y="4145280"/>
            <a:ext cx="1219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>
                <a:sym typeface="+mn-ea"/>
              </a:rPr>
              <a:t>write</a:t>
            </a:r>
            <a:endParaRPr lang="en-US" altLang="zh-CN" sz="5400">
              <a:sym typeface="+mn-ea"/>
            </a:endParaRPr>
          </a:p>
        </p:txBody>
      </p:sp>
      <p:sp>
        <p:nvSpPr>
          <p:cNvPr id="9" name="椭圆 8">
            <a:hlinkClick r:id="rId3" action="ppaction://hlinksldjump"/>
          </p:cNvPr>
          <p:cNvSpPr/>
          <p:nvPr/>
        </p:nvSpPr>
        <p:spPr>
          <a:xfrm>
            <a:off x="11353800" y="2628900"/>
            <a:ext cx="1478280" cy="14401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353800" y="4152900"/>
            <a:ext cx="1219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>
                <a:sym typeface="+mn-ea"/>
              </a:rPr>
              <a:t>read</a:t>
            </a:r>
            <a:endParaRPr lang="en-US" altLang="zh-CN" sz="5400">
              <a:sym typeface="+mn-ea"/>
            </a:endParaRPr>
          </a:p>
        </p:txBody>
      </p:sp>
      <p:sp>
        <p:nvSpPr>
          <p:cNvPr id="11" name="椭圆 10">
            <a:hlinkClick r:id="rId4" action="ppaction://hlinksldjump"/>
          </p:cNvPr>
          <p:cNvSpPr/>
          <p:nvPr/>
        </p:nvSpPr>
        <p:spPr>
          <a:xfrm>
            <a:off x="14173200" y="2705100"/>
            <a:ext cx="1478280" cy="144018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173200" y="4145280"/>
            <a:ext cx="1219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>
                <a:sym typeface="+mn-ea"/>
              </a:rPr>
              <a:t>add</a:t>
            </a:r>
            <a:endParaRPr lang="en-US" altLang="zh-CN" sz="5400">
              <a:sym typeface="+mn-ea"/>
            </a:endParaRPr>
          </a:p>
        </p:txBody>
      </p:sp>
      <p:sp>
        <p:nvSpPr>
          <p:cNvPr id="13" name="椭圆 12">
            <a:hlinkClick r:id="rId5" action="ppaction://hlinksldjump"/>
          </p:cNvPr>
          <p:cNvSpPr/>
          <p:nvPr/>
        </p:nvSpPr>
        <p:spPr>
          <a:xfrm>
            <a:off x="16840200" y="2781300"/>
            <a:ext cx="1478280" cy="144018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6840200" y="4229100"/>
            <a:ext cx="1219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>
                <a:sym typeface="+mn-ea"/>
              </a:rPr>
              <a:t>smile</a:t>
            </a:r>
            <a:endParaRPr lang="en-US" altLang="zh-CN" sz="5400">
              <a:sym typeface="+mn-ea"/>
            </a:endParaRPr>
          </a:p>
        </p:txBody>
      </p:sp>
      <p:sp>
        <p:nvSpPr>
          <p:cNvPr id="15" name="椭圆 14">
            <a:hlinkClick r:id="rId6" action="ppaction://hlinksldjump"/>
          </p:cNvPr>
          <p:cNvSpPr/>
          <p:nvPr/>
        </p:nvSpPr>
        <p:spPr>
          <a:xfrm>
            <a:off x="7391400" y="5524500"/>
            <a:ext cx="1478280" cy="144018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019800" y="7200900"/>
            <a:ext cx="1219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>
                <a:sym typeface="+mn-ea"/>
              </a:rPr>
              <a:t>         paint</a:t>
            </a:r>
            <a:endParaRPr lang="en-US" altLang="zh-CN" sz="5400">
              <a:sym typeface="+mn-ea"/>
            </a:endParaRPr>
          </a:p>
        </p:txBody>
      </p:sp>
      <p:sp>
        <p:nvSpPr>
          <p:cNvPr id="17" name="椭圆 16">
            <a:hlinkClick r:id="rId7" action="ppaction://hlinksldjump"/>
          </p:cNvPr>
          <p:cNvSpPr/>
          <p:nvPr/>
        </p:nvSpPr>
        <p:spPr>
          <a:xfrm>
            <a:off x="9982200" y="5448300"/>
            <a:ext cx="1478280" cy="144018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753600" y="7190105"/>
            <a:ext cx="1219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>
                <a:sym typeface="+mn-ea"/>
              </a:rPr>
              <a:t> clean</a:t>
            </a:r>
            <a:endParaRPr lang="zh-CN" altLang="en-US" sz="5400">
              <a:sym typeface="+mn-ea"/>
            </a:endParaRPr>
          </a:p>
        </p:txBody>
      </p:sp>
      <p:sp>
        <p:nvSpPr>
          <p:cNvPr id="19" name="椭圆 18">
            <a:hlinkClick r:id="rId8" action="ppaction://hlinksldjump"/>
          </p:cNvPr>
          <p:cNvSpPr/>
          <p:nvPr/>
        </p:nvSpPr>
        <p:spPr>
          <a:xfrm>
            <a:off x="13030200" y="5575300"/>
            <a:ext cx="1478280" cy="1440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3030200" y="7200900"/>
            <a:ext cx="1219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>
                <a:sym typeface="+mn-ea"/>
              </a:rPr>
              <a:t>play</a:t>
            </a:r>
            <a:endParaRPr lang="en-US" altLang="zh-CN" sz="54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WPS 演示</Application>
  <PresentationFormat>On-screen Show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8</cp:revision>
  <dcterms:created xsi:type="dcterms:W3CDTF">2006-08-16T00:00:00Z</dcterms:created>
  <dcterms:modified xsi:type="dcterms:W3CDTF">2025-04-13T14:16:00Z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30E4A18DF4C34EAF82FB1C05442375A2_12</vt:lpwstr>
  </property>
  <property fmtid="{D5CDD505-2E9C-101B-9397-08002B2CF9AE}" pid="3" name="KSOProductBuildVer">
    <vt:lpwstr>2052-12.1.0.20784</vt:lpwstr>
  </property>
</Properties>
</file>