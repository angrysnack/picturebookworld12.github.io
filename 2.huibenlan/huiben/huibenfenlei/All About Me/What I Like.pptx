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8" r:id="rId5"/>
    <p:sldId id="267" r:id="rId6"/>
    <p:sldId id="266" r:id="rId7"/>
    <p:sldId id="265" r:id="rId8"/>
    <p:sldId id="264" r:id="rId9"/>
    <p:sldId id="263" r:id="rId10"/>
    <p:sldId id="262" r:id="rId11"/>
    <p:sldId id="261" r:id="rId12"/>
    <p:sldId id="260" r:id="rId13"/>
    <p:sldId id="259" r:id="rId14"/>
  </p:sldIdLst>
  <p:sldSz cx="6839585" cy="9359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8" userDrawn="1">
          <p15:clr>
            <a:srgbClr val="A4A3A4"/>
          </p15:clr>
        </p15:guide>
        <p15:guide id="2" pos="2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948"/>
        <p:guide pos="21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slide" Target="slide11.xml"/><Relationship Id="rId7" Type="http://schemas.openxmlformats.org/officeDocument/2006/relationships/slide" Target="slide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7.xml"/><Relationship Id="rId3" Type="http://schemas.openxmlformats.org/officeDocument/2006/relationships/slide" Target="slide9.xml"/><Relationship Id="rId2" Type="http://schemas.openxmlformats.org/officeDocument/2006/relationships/slide" Target="slide4.xml"/><Relationship Id="rId10" Type="http://schemas.openxmlformats.org/officeDocument/2006/relationships/slideLayout" Target="../slideLayouts/slideLayout12.xml"/><Relationship Id="rId1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8.xml"/><Relationship Id="rId2" Type="http://schemas.openxmlformats.org/officeDocument/2006/relationships/slide" Target="slide3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slide" Target="slide3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slide" Target="slide3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slide" Target="slide3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2.xml"/><Relationship Id="rId2" Type="http://schemas.openxmlformats.org/officeDocument/2006/relationships/slide" Target="slide3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slide" Target="slide3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4.xml"/><Relationship Id="rId2" Type="http://schemas.openxmlformats.org/officeDocument/2006/relationships/slide" Target="slide3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5.xml"/><Relationship Id="rId2" Type="http://schemas.openxmlformats.org/officeDocument/2006/relationships/slide" Target="slide3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00c6e55c612230fbe652ba7e2471f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" y="231775"/>
            <a:ext cx="5241290" cy="86626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09169fd9624005044090ff852b1d5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25" y="821690"/>
            <a:ext cx="5246370" cy="72783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0672" y="79279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i="0">
                <a:solidFill>
                  <a:srgbClr val="404040"/>
                </a:solidFill>
                <a:latin typeface="DeepSeek-CJK-patch"/>
                <a:ea typeface="DeepSeek-CJK-patch"/>
              </a:rPr>
              <a:t>Click to discover her preferences!</a:t>
            </a:r>
            <a:endParaRPr lang="en-US" altLang="zh-CN" sz="1600" i="0">
              <a:solidFill>
                <a:srgbClr val="404040"/>
              </a:solidFill>
              <a:latin typeface="DeepSeek-CJK-patch"/>
              <a:ea typeface="DeepSeek-CJK-patch"/>
            </a:endParaRPr>
          </a:p>
        </p:txBody>
      </p:sp>
      <p:sp>
        <p:nvSpPr>
          <p:cNvPr id="3" name="椭圆 2">
            <a:hlinkClick r:id="rId1" action="ppaction://hlinksldjump"/>
          </p:cNvPr>
          <p:cNvSpPr/>
          <p:nvPr/>
        </p:nvSpPr>
        <p:spPr>
          <a:xfrm>
            <a:off x="588010" y="4402455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>
            <a:hlinkClick r:id="rId2" action="ppaction://hlinksldjump"/>
          </p:cNvPr>
          <p:cNvSpPr/>
          <p:nvPr/>
        </p:nvSpPr>
        <p:spPr>
          <a:xfrm>
            <a:off x="1357630" y="2573020"/>
            <a:ext cx="914400" cy="9144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>
            <a:hlinkClick r:id="rId3" action="ppaction://hlinksldjump"/>
          </p:cNvPr>
          <p:cNvSpPr/>
          <p:nvPr/>
        </p:nvSpPr>
        <p:spPr>
          <a:xfrm>
            <a:off x="1357630" y="6065520"/>
            <a:ext cx="914400" cy="9144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>
            <a:hlinkClick r:id="rId4" action="ppaction://hlinksldjump"/>
          </p:cNvPr>
          <p:cNvSpPr/>
          <p:nvPr/>
        </p:nvSpPr>
        <p:spPr>
          <a:xfrm>
            <a:off x="4749165" y="5316855"/>
            <a:ext cx="914400" cy="9144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5" action="ppaction://hlinksldjump"/>
          </p:cNvPr>
          <p:cNvSpPr/>
          <p:nvPr/>
        </p:nvSpPr>
        <p:spPr>
          <a:xfrm>
            <a:off x="4881880" y="3487420"/>
            <a:ext cx="914400" cy="9144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6" action="ppaction://hlinksldjump"/>
          </p:cNvPr>
          <p:cNvSpPr/>
          <p:nvPr/>
        </p:nvSpPr>
        <p:spPr>
          <a:xfrm>
            <a:off x="3324225" y="6400165"/>
            <a:ext cx="914400" cy="9144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7" action="ppaction://hlinksldjump"/>
          </p:cNvPr>
          <p:cNvSpPr/>
          <p:nvPr/>
        </p:nvSpPr>
        <p:spPr>
          <a:xfrm>
            <a:off x="3493135" y="2263140"/>
            <a:ext cx="914400" cy="914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91565" y="2117725"/>
            <a:ext cx="1446530" cy="302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flowers</a:t>
            </a:r>
            <a:endParaRPr lang="en-US" altLang="zh-CN" sz="28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24225" y="1731645"/>
            <a:ext cx="1144270" cy="531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4">
                    <a:lumMod val="75000"/>
                  </a:schemeClr>
                </a:solidFill>
              </a:rPr>
              <a:t>trees</a:t>
            </a:r>
            <a:endParaRPr lang="en-US" altLang="zh-CN" sz="2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49165" y="3013710"/>
            <a:ext cx="1278255" cy="47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birds</a:t>
            </a:r>
            <a:endParaRPr lang="en-US" altLang="zh-CN" sz="2800"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49165" y="4794885"/>
            <a:ext cx="12045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accent2">
                    <a:lumMod val="75000"/>
                  </a:schemeClr>
                </a:solidFill>
              </a:rPr>
              <a:t>bees</a:t>
            </a:r>
            <a:endParaRPr lang="en-US" altLang="zh-CN"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53740" y="5965190"/>
            <a:ext cx="121475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B0F0"/>
                </a:solidFill>
              </a:rPr>
              <a:t>swing</a:t>
            </a:r>
            <a:endParaRPr lang="en-US" altLang="zh-CN" sz="2800" b="1">
              <a:solidFill>
                <a:srgbClr val="00B0F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57630" y="5616575"/>
            <a:ext cx="1071245" cy="448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7030A0"/>
                </a:solidFill>
              </a:rPr>
              <a:t>slide</a:t>
            </a:r>
            <a:endParaRPr lang="en-US" altLang="zh-CN" sz="2800" b="1">
              <a:solidFill>
                <a:srgbClr val="7030A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0400" y="3924300"/>
            <a:ext cx="84201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FF0000"/>
                </a:solidFill>
              </a:rPr>
              <a:t>dig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19" name="椭圆 18">
            <a:hlinkClick r:id="rId8" action="ppaction://hlinksldjump"/>
          </p:cNvPr>
          <p:cNvSpPr/>
          <p:nvPr/>
        </p:nvSpPr>
        <p:spPr>
          <a:xfrm>
            <a:off x="3087370" y="4402455"/>
            <a:ext cx="579755" cy="5556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630805" y="3790315"/>
            <a:ext cx="149288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FFC000"/>
                </a:solidFill>
              </a:rPr>
              <a:t>outside</a:t>
            </a:r>
            <a:endParaRPr lang="en-US" altLang="zh-CN" sz="2800" b="1">
              <a:solidFill>
                <a:srgbClr val="FFC000"/>
              </a:solidFill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4825bd24fafdeaf798bf24974609c2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605" y="596900"/>
            <a:ext cx="5032375" cy="8311515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64b07811b234539d960892dac9d31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20" y="529590"/>
            <a:ext cx="4956175" cy="830072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a7c219bf6932553f4f975b681e5cea1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20" y="663575"/>
            <a:ext cx="5097145" cy="8322945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9c8e996d3d1f60d0e06c267b7de6c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35" y="417195"/>
            <a:ext cx="5339080" cy="852551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3b68a18333b971d9c519e5d3d0b1609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40" y="420370"/>
            <a:ext cx="4964430" cy="8515985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a032cced39d803c696dd663e1b743a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560" y="420370"/>
            <a:ext cx="4990465" cy="8536305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6a7c5f3e6e3dea3f07f5037f091e3f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255" y="607060"/>
            <a:ext cx="4791075" cy="8145145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b2d0f21018d19c63362f6a337b1dd28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327025"/>
            <a:ext cx="4904740" cy="8557895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5043805" y="8719185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WPS 演示</Application>
  <PresentationFormat>宽屏</PresentationFormat>
  <Paragraphs>34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DeepSeek-CJK-patch</vt:lpstr>
      <vt:lpstr>Segoe Print</vt:lpstr>
      <vt:lpstr>微软雅黑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156</cp:revision>
  <dcterms:created xsi:type="dcterms:W3CDTF">2019-06-19T02:08:00Z</dcterms:created>
  <dcterms:modified xsi:type="dcterms:W3CDTF">2025-04-13T01:31:06Z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82E5510877C04C41BC4EB6F907886610_11</vt:lpwstr>
  </property>
</Properties>
</file>