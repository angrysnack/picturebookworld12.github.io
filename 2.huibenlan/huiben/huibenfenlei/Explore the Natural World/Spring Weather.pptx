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96CA528-E9C2-47DA-B3CD-BE00B57C5B1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无标题节" id="{F726CA95-47C7-49BD-AA1D-076E3516DF9B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72" d="100"/>
          <a:sy n="72" d="100"/>
        </p:scale>
        <p:origin x="1764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21D6A-46C3-466F-AB9A-863A66E2AC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6D393-4D8E-4E53-87C5-6B5F1978EC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21D6A-46C3-466F-AB9A-863A66E2AC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6D393-4D8E-4E53-87C5-6B5F1978EC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21D6A-46C3-466F-AB9A-863A66E2AC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6D393-4D8E-4E53-87C5-6B5F1978EC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21D6A-46C3-466F-AB9A-863A66E2AC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6D393-4D8E-4E53-87C5-6B5F1978EC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21D6A-46C3-466F-AB9A-863A66E2AC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6D393-4D8E-4E53-87C5-6B5F1978EC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21D6A-46C3-466F-AB9A-863A66E2AC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6D393-4D8E-4E53-87C5-6B5F1978EC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21D6A-46C3-466F-AB9A-863A66E2AC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6D393-4D8E-4E53-87C5-6B5F1978EC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21D6A-46C3-466F-AB9A-863A66E2AC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6D393-4D8E-4E53-87C5-6B5F1978EC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21D6A-46C3-466F-AB9A-863A66E2AC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6D393-4D8E-4E53-87C5-6B5F1978EC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21D6A-46C3-466F-AB9A-863A66E2AC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6D393-4D8E-4E53-87C5-6B5F1978EC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21D6A-46C3-466F-AB9A-863A66E2AC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6D393-4D8E-4E53-87C5-6B5F1978EC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21D6A-46C3-466F-AB9A-863A66E2AC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6D393-4D8E-4E53-87C5-6B5F1978ECD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slide" Target="slide18.xml"/><Relationship Id="rId7" Type="http://schemas.openxmlformats.org/officeDocument/2006/relationships/slide" Target="slide17.xml"/><Relationship Id="rId6" Type="http://schemas.openxmlformats.org/officeDocument/2006/relationships/slide" Target="slide16.xml"/><Relationship Id="rId5" Type="http://schemas.openxmlformats.org/officeDocument/2006/relationships/slide" Target="slide15.xml"/><Relationship Id="rId4" Type="http://schemas.openxmlformats.org/officeDocument/2006/relationships/slide" Target="slide14.xml"/><Relationship Id="rId3" Type="http://schemas.openxmlformats.org/officeDocument/2006/relationships/slide" Target="slide13.xml"/><Relationship Id="rId2" Type="http://schemas.openxmlformats.org/officeDocument/2006/relationships/slide" Target="slide12.xml"/><Relationship Id="rId1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10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10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10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56796" y="1127464"/>
            <a:ext cx="5744407" cy="1296140"/>
          </a:xfrm>
        </p:spPr>
        <p:txBody>
          <a:bodyPr>
            <a:no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Spring</a:t>
            </a:r>
            <a:b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Weather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59643"/>
            <a:ext cx="6858000" cy="67478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2975" y="8890212"/>
            <a:ext cx="6386512" cy="9767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The fog comes.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946" y="39023"/>
            <a:ext cx="6146108" cy="83767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2509" y="8911479"/>
            <a:ext cx="6386512" cy="994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The clouds come.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0"/>
            <a:ext cx="6386511" cy="84160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0467" y="8796996"/>
            <a:ext cx="6222275" cy="11631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The storm comes.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233" y="0"/>
            <a:ext cx="6385264" cy="82262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5774" y="8796070"/>
            <a:ext cx="6542844" cy="1109930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The rain comes.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等线" panose="02010600030101010101" pitchFamily="2" charset="-122"/>
              <a:cs typeface="+mn-cs"/>
            </a:endParaRP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7" y="204186"/>
            <a:ext cx="6051870" cy="80165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705774" y="8796070"/>
            <a:ext cx="6542844" cy="1109930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The wind comes.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等线" panose="02010600030101010101" pitchFamily="2" charset="-122"/>
              <a:cs typeface="+mn-cs"/>
            </a:endParaRP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592" y="150922"/>
            <a:ext cx="6036816" cy="8380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705774" y="8796070"/>
            <a:ext cx="6542844" cy="110993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6000" b="1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sun comes.</a:t>
            </a:r>
            <a:endParaRPr lang="zh-CN" altLang="en-US" sz="6000" b="1" dirty="0">
              <a:solidFill>
                <a:prstClr val="black"/>
              </a:solidFill>
              <a:latin typeface="Cambria Math" panose="02040503050406030204" pitchFamily="18" charset="0"/>
              <a:ea typeface="等线" panose="02010600030101010101" pitchFamily="2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449" y="0"/>
            <a:ext cx="6011102" cy="83974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537099" y="8796070"/>
            <a:ext cx="6542844" cy="110993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6000" b="1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flowers come.</a:t>
            </a:r>
            <a:endParaRPr lang="zh-CN" altLang="en-US" sz="6000" b="1" dirty="0">
              <a:solidFill>
                <a:prstClr val="black"/>
              </a:solidFill>
              <a:latin typeface="Cambria Math" panose="02040503050406030204" pitchFamily="18" charset="0"/>
              <a:ea typeface="等线" panose="02010600030101010101" pitchFamily="2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70" y="160745"/>
            <a:ext cx="6262259" cy="82907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501588" y="8796070"/>
            <a:ext cx="6542844" cy="110993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6000" b="1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spring comes.</a:t>
            </a:r>
            <a:endParaRPr lang="zh-CN" altLang="en-US" sz="6000" b="1" dirty="0">
              <a:solidFill>
                <a:prstClr val="black"/>
              </a:solidFill>
              <a:latin typeface="Cambria Math" panose="02040503050406030204" pitchFamily="18" charset="0"/>
              <a:ea typeface="等线" panose="02010600030101010101" pitchFamily="2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904" y="256467"/>
            <a:ext cx="5996191" cy="80263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星形: 五角 1">
            <a:hlinkClick r:id="rId1" action="ppaction://hlinksldjump"/>
          </p:cNvPr>
          <p:cNvSpPr/>
          <p:nvPr/>
        </p:nvSpPr>
        <p:spPr>
          <a:xfrm>
            <a:off x="929936" y="1175552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" name="文本框 13"/>
          <p:cNvSpPr txBox="1"/>
          <p:nvPr/>
        </p:nvSpPr>
        <p:spPr>
          <a:xfrm>
            <a:off x="996696" y="456742"/>
            <a:ext cx="2432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Fog</a:t>
            </a:r>
            <a:endParaRPr lang="en-US" altLang="zh-CN" sz="2800" b="1" dirty="0">
              <a:solidFill>
                <a:schemeClr val="accent1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星形: 五角 3">
            <a:hlinkClick r:id="rId2" action="ppaction://hlinksldjump"/>
          </p:cNvPr>
          <p:cNvSpPr/>
          <p:nvPr/>
        </p:nvSpPr>
        <p:spPr>
          <a:xfrm>
            <a:off x="4953740" y="1175552"/>
            <a:ext cx="914400" cy="914400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757144" y="456742"/>
            <a:ext cx="13075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Clouds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6" name="星形: 五角 5">
            <a:hlinkClick r:id="rId3" action="ppaction://hlinksldjump"/>
          </p:cNvPr>
          <p:cNvSpPr/>
          <p:nvPr/>
        </p:nvSpPr>
        <p:spPr>
          <a:xfrm>
            <a:off x="929936" y="3483746"/>
            <a:ext cx="914400" cy="914400"/>
          </a:xfrm>
          <a:prstGeom prst="star5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7" name="文本框 21"/>
          <p:cNvSpPr txBox="1"/>
          <p:nvPr/>
        </p:nvSpPr>
        <p:spPr>
          <a:xfrm>
            <a:off x="813037" y="2763819"/>
            <a:ext cx="15724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Storm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8" name="星形: 五角 7">
            <a:hlinkClick r:id="rId4" action="ppaction://hlinksldjump"/>
          </p:cNvPr>
          <p:cNvSpPr/>
          <p:nvPr/>
        </p:nvSpPr>
        <p:spPr>
          <a:xfrm>
            <a:off x="4953740" y="3483746"/>
            <a:ext cx="914400" cy="914400"/>
          </a:xfrm>
          <a:prstGeom prst="star5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文本框 27"/>
          <p:cNvSpPr txBox="1"/>
          <p:nvPr/>
        </p:nvSpPr>
        <p:spPr>
          <a:xfrm>
            <a:off x="4953740" y="2818201"/>
            <a:ext cx="3429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Rain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10" name="星形: 五角 9">
            <a:hlinkClick r:id="rId5" action="ppaction://hlinksldjump"/>
          </p:cNvPr>
          <p:cNvSpPr/>
          <p:nvPr/>
        </p:nvSpPr>
        <p:spPr>
          <a:xfrm>
            <a:off x="929936" y="5503974"/>
            <a:ext cx="914400" cy="914400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文本框 31"/>
          <p:cNvSpPr txBox="1"/>
          <p:nvPr/>
        </p:nvSpPr>
        <p:spPr>
          <a:xfrm>
            <a:off x="904240" y="4918075"/>
            <a:ext cx="165417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Wind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12" name="星形: 五角 11">
            <a:hlinkClick r:id="rId6" action="ppaction://hlinksldjump"/>
          </p:cNvPr>
          <p:cNvSpPr/>
          <p:nvPr/>
        </p:nvSpPr>
        <p:spPr>
          <a:xfrm>
            <a:off x="4953740" y="5503974"/>
            <a:ext cx="914400" cy="914400"/>
          </a:xfrm>
          <a:prstGeom prst="star5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文本框 35"/>
          <p:cNvSpPr txBox="1"/>
          <p:nvPr/>
        </p:nvSpPr>
        <p:spPr>
          <a:xfrm>
            <a:off x="5061756" y="4953000"/>
            <a:ext cx="4114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Sun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14" name="星形: 五角 13">
            <a:hlinkClick r:id="rId7" action="ppaction://hlinksldjump"/>
          </p:cNvPr>
          <p:cNvSpPr/>
          <p:nvPr/>
        </p:nvSpPr>
        <p:spPr>
          <a:xfrm>
            <a:off x="929936" y="7524202"/>
            <a:ext cx="914400" cy="91440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5" name="文本框 39"/>
          <p:cNvSpPr txBox="1"/>
          <p:nvPr/>
        </p:nvSpPr>
        <p:spPr>
          <a:xfrm>
            <a:off x="744439" y="6799377"/>
            <a:ext cx="15188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rgbClr val="92D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Flowers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16" name="星形: 五角 15">
            <a:hlinkClick r:id="rId8" action="ppaction://hlinksldjump"/>
          </p:cNvPr>
          <p:cNvSpPr/>
          <p:nvPr/>
        </p:nvSpPr>
        <p:spPr>
          <a:xfrm>
            <a:off x="4953740" y="7524202"/>
            <a:ext cx="914400" cy="914400"/>
          </a:xfrm>
          <a:prstGeom prst="star5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7" name="文本框 47"/>
          <p:cNvSpPr txBox="1"/>
          <p:nvPr/>
        </p:nvSpPr>
        <p:spPr>
          <a:xfrm>
            <a:off x="4814294" y="6804275"/>
            <a:ext cx="4393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Spring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682165" y="2902113"/>
            <a:ext cx="183545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 Light" panose="020F0302020204030204"/>
                <a:sym typeface="+mn-ea"/>
              </a:rPr>
              <a:t>Click on the colored stars to start getting </a:t>
            </a:r>
            <a:b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 Light" panose="020F0302020204030204"/>
                <a:sym typeface="+mn-ea"/>
              </a:rPr>
            </a:b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 Light" panose="020F0302020204030204"/>
                <a:sym typeface="+mn-ea"/>
              </a:rPr>
              <a:t>to know them!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2975" y="8890212"/>
            <a:ext cx="6386512" cy="9767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The fog comes.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946" y="39023"/>
            <a:ext cx="6146108" cy="8376709"/>
          </a:xfrm>
          <a:prstGeom prst="rect">
            <a:avLst/>
          </a:prstGeom>
        </p:spPr>
      </p:pic>
      <p:sp>
        <p:nvSpPr>
          <p:cNvPr id="2" name="文本框 1">
            <a:hlinkClick r:id="rId2" action="ppaction://hlinksldjump"/>
          </p:cNvPr>
          <p:cNvSpPr txBox="1"/>
          <p:nvPr/>
        </p:nvSpPr>
        <p:spPr>
          <a:xfrm>
            <a:off x="4994803" y="8300810"/>
            <a:ext cx="152695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cs typeface="+mn-lt"/>
              </a:rPr>
              <a:t>RETURN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  <a:cs typeface="+mn-lt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2509" y="8911479"/>
            <a:ext cx="6386512" cy="994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The clouds come.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0"/>
            <a:ext cx="6386511" cy="8416031"/>
          </a:xfrm>
          <a:prstGeom prst="rect">
            <a:avLst/>
          </a:prstGeom>
        </p:spPr>
      </p:pic>
      <p:sp>
        <p:nvSpPr>
          <p:cNvPr id="4" name="文本框 3">
            <a:hlinkClick r:id="rId2" action="ppaction://hlinksldjump"/>
          </p:cNvPr>
          <p:cNvSpPr txBox="1"/>
          <p:nvPr/>
        </p:nvSpPr>
        <p:spPr>
          <a:xfrm>
            <a:off x="4994803" y="8300810"/>
            <a:ext cx="152695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cs typeface="+mn-lt"/>
              </a:rPr>
              <a:t>RETURN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  <a:cs typeface="+mn-lt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0467" y="8796996"/>
            <a:ext cx="6222275" cy="11631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The storm comes.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233" y="0"/>
            <a:ext cx="6385264" cy="8226246"/>
          </a:xfrm>
          <a:prstGeom prst="rect">
            <a:avLst/>
          </a:prstGeom>
        </p:spPr>
      </p:pic>
      <p:sp>
        <p:nvSpPr>
          <p:cNvPr id="4" name="文本框 3">
            <a:hlinkClick r:id="rId2" action="ppaction://hlinksldjump"/>
          </p:cNvPr>
          <p:cNvSpPr txBox="1"/>
          <p:nvPr/>
        </p:nvSpPr>
        <p:spPr>
          <a:xfrm>
            <a:off x="4994803" y="8300810"/>
            <a:ext cx="152695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cs typeface="+mn-lt"/>
              </a:rPr>
              <a:t>RETURN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  <a:cs typeface="+mn-lt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5774" y="8796070"/>
            <a:ext cx="6542844" cy="1109930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The rain comes.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等线" panose="02010600030101010101" pitchFamily="2" charset="-122"/>
              <a:cs typeface="+mn-cs"/>
            </a:endParaRP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7" y="204186"/>
            <a:ext cx="6051870" cy="8016536"/>
          </a:xfrm>
          <a:prstGeom prst="rect">
            <a:avLst/>
          </a:prstGeom>
        </p:spPr>
      </p:pic>
      <p:sp>
        <p:nvSpPr>
          <p:cNvPr id="4" name="文本框 3">
            <a:hlinkClick r:id="rId2" action="ppaction://hlinksldjump"/>
          </p:cNvPr>
          <p:cNvSpPr txBox="1"/>
          <p:nvPr/>
        </p:nvSpPr>
        <p:spPr>
          <a:xfrm>
            <a:off x="4994803" y="8300810"/>
            <a:ext cx="152695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cs typeface="+mn-lt"/>
              </a:rPr>
              <a:t>RETURN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  <a:cs typeface="+mn-lt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705774" y="8796070"/>
            <a:ext cx="6542844" cy="1109930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The wind comes.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等线" panose="02010600030101010101" pitchFamily="2" charset="-122"/>
              <a:cs typeface="+mn-cs"/>
            </a:endParaRP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592" y="150922"/>
            <a:ext cx="6036816" cy="8380520"/>
          </a:xfrm>
          <a:prstGeom prst="rect">
            <a:avLst/>
          </a:prstGeom>
        </p:spPr>
      </p:pic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4994803" y="8300810"/>
            <a:ext cx="152695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cs typeface="+mn-lt"/>
              </a:rPr>
              <a:t>RETURN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  <a:cs typeface="+mn-lt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705774" y="8796070"/>
            <a:ext cx="6542844" cy="110993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6000" b="1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sun comes.</a:t>
            </a:r>
            <a:endParaRPr lang="zh-CN" altLang="en-US" sz="6000" b="1" dirty="0">
              <a:solidFill>
                <a:prstClr val="black"/>
              </a:solidFill>
              <a:latin typeface="Cambria Math" panose="02040503050406030204" pitchFamily="18" charset="0"/>
              <a:ea typeface="等线" panose="02010600030101010101" pitchFamily="2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449" y="0"/>
            <a:ext cx="6011102" cy="8397439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4994803" y="8300810"/>
            <a:ext cx="152695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cs typeface="+mn-lt"/>
              </a:rPr>
              <a:t>RETURN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  <a:cs typeface="+mn-lt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537099" y="8796070"/>
            <a:ext cx="6542844" cy="110993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6000" b="1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flowers come.</a:t>
            </a:r>
            <a:endParaRPr lang="zh-CN" altLang="en-US" sz="6000" b="1" dirty="0">
              <a:solidFill>
                <a:prstClr val="black"/>
              </a:solidFill>
              <a:latin typeface="Cambria Math" panose="02040503050406030204" pitchFamily="18" charset="0"/>
              <a:ea typeface="等线" panose="02010600030101010101" pitchFamily="2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70" y="160745"/>
            <a:ext cx="6262259" cy="8290797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4994803" y="8300810"/>
            <a:ext cx="152695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cs typeface="+mn-lt"/>
              </a:rPr>
              <a:t>RETURN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  <a:cs typeface="+mn-lt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501588" y="8796070"/>
            <a:ext cx="6542844" cy="110993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sz="6000" b="1" dirty="0">
                <a:solidFill>
                  <a:prstClr val="black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spring comes.</a:t>
            </a:r>
            <a:endParaRPr lang="zh-CN" altLang="en-US" sz="6000" b="1" dirty="0">
              <a:solidFill>
                <a:prstClr val="black"/>
              </a:solidFill>
              <a:latin typeface="Cambria Math" panose="02040503050406030204" pitchFamily="18" charset="0"/>
              <a:ea typeface="等线" panose="02010600030101010101" pitchFamily="2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904" y="256467"/>
            <a:ext cx="5996191" cy="8026398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4994803" y="8300810"/>
            <a:ext cx="152695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cs typeface="+mn-lt"/>
              </a:rPr>
              <a:t>RETURN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  <a:cs typeface="+mn-lt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407</Words>
  <Application>WPS 演示</Application>
  <PresentationFormat>A4 纸张(210x297 毫米)</PresentationFormat>
  <Paragraphs>78</Paragraphs>
  <Slides>18</Slides>
  <Notes>0</Notes>
  <HiddenSlides>8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Cambria Math</vt:lpstr>
      <vt:lpstr>等线</vt:lpstr>
      <vt:lpstr>Calibri Light</vt:lpstr>
      <vt:lpstr>微软雅黑</vt:lpstr>
      <vt:lpstr>Office 主题​​</vt:lpstr>
      <vt:lpstr>Spring  Weather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进贤 崔</dc:creator>
  <cp:lastModifiedBy>Linda.璽</cp:lastModifiedBy>
  <cp:revision>3</cp:revision>
  <dcterms:created xsi:type="dcterms:W3CDTF">2025-04-03T11:22:00Z</dcterms:created>
  <dcterms:modified xsi:type="dcterms:W3CDTF">2025-04-13T01:41:01Z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1A201A9689C145C2BDE04719DB3FD820_13</vt:lpwstr>
  </property>
  <property fmtid="{D5CDD505-2E9C-101B-9397-08002B2CF9AE}" pid="3" name="KSOProductBuildVer">
    <vt:lpwstr>2052-12.1.0.20784</vt:lpwstr>
  </property>
</Properties>
</file>