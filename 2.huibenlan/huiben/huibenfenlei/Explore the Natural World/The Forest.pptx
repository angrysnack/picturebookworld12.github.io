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68" r:id="rId16"/>
    <p:sldId id="270" r:id="rId17"/>
    <p:sldId id="271" r:id="rId18"/>
    <p:sldId id="272" r:id="rId19"/>
    <p:sldId id="273" r:id="rId2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9B13946-EA58-45DF-988E-976414CA37A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无标题节" id="{CAAB33CC-B18D-400E-97E4-74AAB685B0AF}">
          <p14:sldIdLst>
            <p14:sldId id="266"/>
            <p14:sldId id="267"/>
            <p14:sldId id="269"/>
            <p14:sldId id="268"/>
            <p14:sldId id="270"/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2576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160ED-F270-465E-9E8A-C8C3125148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60A39-CEF7-4946-9695-0B8CB5D0D4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slide" Target="slide18.xml"/><Relationship Id="rId7" Type="http://schemas.openxmlformats.org/officeDocument/2006/relationships/slide" Target="slide1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14.xml"/><Relationship Id="rId3" Type="http://schemas.openxmlformats.org/officeDocument/2006/relationships/slide" Target="slide13.xml"/><Relationship Id="rId2" Type="http://schemas.openxmlformats.org/officeDocument/2006/relationships/slide" Target="slide12.xml"/><Relationship Id="rId1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10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" Target="slide10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865" y="2057240"/>
            <a:ext cx="5638269" cy="766869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19186" y="319596"/>
            <a:ext cx="52289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 Forest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090" y="8753383"/>
            <a:ext cx="5731319" cy="125027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tree.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341" y="213064"/>
            <a:ext cx="5731318" cy="81089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675336" y="8584707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squirrel.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344" y="159798"/>
            <a:ext cx="5955311" cy="81182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44012" y="8655728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rabbit.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101" y="71021"/>
            <a:ext cx="6167797" cy="83361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44012" y="8655728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deer.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498" y="0"/>
            <a:ext cx="6039036" cy="83174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216875" y="8655728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fox.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759" y="168675"/>
            <a:ext cx="5908481" cy="82729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46357" y="8753383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mushroom.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26" y="213065"/>
            <a:ext cx="6346947" cy="81141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46357" y="8753383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stream.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065" y="165891"/>
            <a:ext cx="5905870" cy="8435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002223" y="8753383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forest.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491" y="217792"/>
            <a:ext cx="5987185" cy="84073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星形: 五角 1">
            <a:hlinkClick r:id="rId1" action="ppaction://hlinksldjump"/>
          </p:cNvPr>
          <p:cNvSpPr/>
          <p:nvPr/>
        </p:nvSpPr>
        <p:spPr>
          <a:xfrm>
            <a:off x="929936" y="1175552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文本框 13"/>
          <p:cNvSpPr txBox="1"/>
          <p:nvPr/>
        </p:nvSpPr>
        <p:spPr>
          <a:xfrm>
            <a:off x="929936" y="450727"/>
            <a:ext cx="243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Tree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星形: 五角 3">
            <a:hlinkClick r:id="rId2" action="ppaction://hlinksldjump"/>
          </p:cNvPr>
          <p:cNvSpPr/>
          <p:nvPr/>
        </p:nvSpPr>
        <p:spPr>
          <a:xfrm>
            <a:off x="4953740" y="1175552"/>
            <a:ext cx="914400" cy="914400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757144" y="456742"/>
            <a:ext cx="170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Squirrel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6" name="星形: 五角 5">
            <a:hlinkClick r:id="rId3" action="ppaction://hlinksldjump"/>
          </p:cNvPr>
          <p:cNvSpPr/>
          <p:nvPr/>
        </p:nvSpPr>
        <p:spPr>
          <a:xfrm>
            <a:off x="929936" y="3483746"/>
            <a:ext cx="914400" cy="914400"/>
          </a:xfrm>
          <a:prstGeom prst="star5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7" name="文本框 21"/>
          <p:cNvSpPr txBox="1"/>
          <p:nvPr/>
        </p:nvSpPr>
        <p:spPr>
          <a:xfrm>
            <a:off x="813037" y="2763819"/>
            <a:ext cx="15724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Rabbit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8" name="星形: 五角 7">
            <a:hlinkClick r:id="rId4" action="ppaction://hlinksldjump"/>
          </p:cNvPr>
          <p:cNvSpPr/>
          <p:nvPr/>
        </p:nvSpPr>
        <p:spPr>
          <a:xfrm>
            <a:off x="4953740" y="3483746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文本框 27"/>
          <p:cNvSpPr txBox="1"/>
          <p:nvPr/>
        </p:nvSpPr>
        <p:spPr>
          <a:xfrm>
            <a:off x="4953740" y="2818201"/>
            <a:ext cx="342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accent5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Deer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0" name="星形: 五角 9">
            <a:hlinkClick r:id="rId5" action="ppaction://hlinksldjump"/>
          </p:cNvPr>
          <p:cNvSpPr/>
          <p:nvPr/>
        </p:nvSpPr>
        <p:spPr>
          <a:xfrm>
            <a:off x="929936" y="5503974"/>
            <a:ext cx="914400" cy="91440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文本框 31"/>
          <p:cNvSpPr txBox="1"/>
          <p:nvPr/>
        </p:nvSpPr>
        <p:spPr>
          <a:xfrm>
            <a:off x="1001984" y="4953000"/>
            <a:ext cx="1003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Fox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2" name="星形: 五角 11">
            <a:hlinkClick r:id="rId6" action="ppaction://hlinksldjump"/>
          </p:cNvPr>
          <p:cNvSpPr/>
          <p:nvPr/>
        </p:nvSpPr>
        <p:spPr>
          <a:xfrm>
            <a:off x="4953740" y="5503974"/>
            <a:ext cx="914400" cy="914400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35"/>
          <p:cNvSpPr txBox="1"/>
          <p:nvPr/>
        </p:nvSpPr>
        <p:spPr>
          <a:xfrm>
            <a:off x="4546851" y="4952260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Mushroom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4" name="星形: 五角 13">
            <a:hlinkClick r:id="rId7" action="ppaction://hlinksldjump"/>
          </p:cNvPr>
          <p:cNvSpPr/>
          <p:nvPr/>
        </p:nvSpPr>
        <p:spPr>
          <a:xfrm>
            <a:off x="929936" y="7524202"/>
            <a:ext cx="914400" cy="91440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5" name="文本框 39"/>
          <p:cNvSpPr txBox="1"/>
          <p:nvPr/>
        </p:nvSpPr>
        <p:spPr>
          <a:xfrm>
            <a:off x="812388" y="6804275"/>
            <a:ext cx="15188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Stream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6" name="星形: 五角 15">
            <a:hlinkClick r:id="rId8" action="ppaction://hlinksldjump"/>
          </p:cNvPr>
          <p:cNvSpPr/>
          <p:nvPr/>
        </p:nvSpPr>
        <p:spPr>
          <a:xfrm>
            <a:off x="4953740" y="7524202"/>
            <a:ext cx="914400" cy="914400"/>
          </a:xfrm>
          <a:prstGeom prst="star5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7" name="文本框 47"/>
          <p:cNvSpPr txBox="1"/>
          <p:nvPr/>
        </p:nvSpPr>
        <p:spPr>
          <a:xfrm>
            <a:off x="4814294" y="6804275"/>
            <a:ext cx="4393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</a:rPr>
              <a:t>Forest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682165" y="2902113"/>
            <a:ext cx="183545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Click on the colored stars to start getting </a:t>
            </a:r>
            <a:b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</a:b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to know them!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6090" y="8753383"/>
            <a:ext cx="5731319" cy="1250272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tree.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341" y="213064"/>
            <a:ext cx="5731318" cy="8108935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675336" y="8584707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squirrel.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344" y="159798"/>
            <a:ext cx="5955311" cy="8118282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44012" y="8655728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rabbit.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101" y="71021"/>
            <a:ext cx="6167797" cy="8336132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44012" y="8655728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deer.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498" y="0"/>
            <a:ext cx="6039036" cy="8317467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216875" y="8655728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fox.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759" y="168675"/>
            <a:ext cx="5908481" cy="8272969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46357" y="8753383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mushroom.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526" y="213065"/>
            <a:ext cx="6346947" cy="811419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746357" y="8753383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stream.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065" y="165891"/>
            <a:ext cx="5905870" cy="843595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002223" y="8753383"/>
            <a:ext cx="5731319" cy="1250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is a forest.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491" y="217792"/>
            <a:ext cx="5987185" cy="8407387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4994803" y="8300810"/>
            <a:ext cx="152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highlight>
                  <a:srgbClr val="FFFF00"/>
                </a:highlight>
              </a:rPr>
              <a:t>RETURN</a:t>
            </a:r>
            <a:endParaRPr lang="en-US" altLang="zh-CN" sz="28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427</Words>
  <Application>WPS 演示</Application>
  <PresentationFormat>A4 纸张(210x297 毫米)</PresentationFormat>
  <Paragraphs>68</Paragraphs>
  <Slides>18</Slides>
  <Notes>0</Notes>
  <HiddenSlides>8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Cambria Math</vt:lpstr>
      <vt:lpstr>Calibri Light</vt:lpstr>
      <vt:lpstr>等线</vt:lpstr>
      <vt:lpstr>微软雅黑</vt:lpstr>
      <vt:lpstr>Office 主题​​</vt:lpstr>
      <vt:lpstr>PowerPoint 演示文稿</vt:lpstr>
      <vt:lpstr>This is a tree.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This is a tree.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3</cp:revision>
  <dcterms:created xsi:type="dcterms:W3CDTF">2025-04-03T11:56:00Z</dcterms:created>
  <dcterms:modified xsi:type="dcterms:W3CDTF">2025-04-13T01:41:04Z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53D5E192E5C84E6695B9B81DBD753C68_13</vt:lpwstr>
  </property>
  <property fmtid="{D5CDD505-2E9C-101B-9397-08002B2CF9AE}" pid="3" name="KSOProductBuildVer">
    <vt:lpwstr>2052-12.1.0.20784</vt:lpwstr>
  </property>
</Properties>
</file>