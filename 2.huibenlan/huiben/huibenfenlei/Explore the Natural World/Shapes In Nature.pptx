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241393AC-1E5F-4558-A04B-CA7C70C20884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无标题节" id="{784CE991-D85E-4497-B9B7-A36ECD19B2D2}">
          <p14:sldIdLst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72" d="100"/>
          <a:sy n="72" d="100"/>
        </p:scale>
        <p:origin x="245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BB0A0-DEEF-4841-816D-C78D26B21C3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A3939-B7B7-4703-A15A-82759B052E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BB0A0-DEEF-4841-816D-C78D26B21C3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A3939-B7B7-4703-A15A-82759B052E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BB0A0-DEEF-4841-816D-C78D26B21C3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A3939-B7B7-4703-A15A-82759B052E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BB0A0-DEEF-4841-816D-C78D26B21C3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A3939-B7B7-4703-A15A-82759B052E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BB0A0-DEEF-4841-816D-C78D26B21C3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A3939-B7B7-4703-A15A-82759B052E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BB0A0-DEEF-4841-816D-C78D26B21C3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A3939-B7B7-4703-A15A-82759B052E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BB0A0-DEEF-4841-816D-C78D26B21C3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A3939-B7B7-4703-A15A-82759B052E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BB0A0-DEEF-4841-816D-C78D26B21C3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A3939-B7B7-4703-A15A-82759B052E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BB0A0-DEEF-4841-816D-C78D26B21C3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A3939-B7B7-4703-A15A-82759B052E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BB0A0-DEEF-4841-816D-C78D26B21C3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A3939-B7B7-4703-A15A-82759B052E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BB0A0-DEEF-4841-816D-C78D26B21C3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A3939-B7B7-4703-A15A-82759B052E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ABB0A0-DEEF-4841-816D-C78D26B21C3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9A3939-B7B7-4703-A15A-82759B052EE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slide" Target="slide18.xml"/><Relationship Id="rId7" Type="http://schemas.openxmlformats.org/officeDocument/2006/relationships/slide" Target="slide16.xml"/><Relationship Id="rId6" Type="http://schemas.openxmlformats.org/officeDocument/2006/relationships/slide" Target="slide14.xml"/><Relationship Id="rId5" Type="http://schemas.openxmlformats.org/officeDocument/2006/relationships/slide" Target="slide12.xml"/><Relationship Id="rId4" Type="http://schemas.openxmlformats.org/officeDocument/2006/relationships/slide" Target="slide17.xml"/><Relationship Id="rId3" Type="http://schemas.openxmlformats.org/officeDocument/2006/relationships/slide" Target="slide15.xml"/><Relationship Id="rId2" Type="http://schemas.openxmlformats.org/officeDocument/2006/relationships/slide" Target="slide13.xml"/><Relationship Id="rId1" Type="http://schemas.openxmlformats.org/officeDocument/2006/relationships/slide" Target="slide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10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10.xml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10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10.xml"/><Relationship Id="rId1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10.xml"/><Relationship Id="rId1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10.xml"/><Relationship Id="rId1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10.xml"/><Relationship Id="rId1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10.xml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-117630" y="221942"/>
            <a:ext cx="7093259" cy="1104037"/>
          </a:xfrm>
        </p:spPr>
        <p:txBody>
          <a:bodyPr>
            <a:noAutofit/>
          </a:bodyPr>
          <a:lstStyle/>
          <a:p>
            <a:r>
              <a:rPr lang="en-US" altLang="zh-CN" sz="7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Shapes In Nature</a:t>
            </a:r>
            <a:endParaRPr lang="zh-CN" altLang="en-US" sz="7200" b="1" dirty="0">
              <a:latin typeface="Cambria Math" panose="02040503050406030204" pitchFamily="18" charset="0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870" y="1970663"/>
            <a:ext cx="6667130" cy="724305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0625" y="8780014"/>
            <a:ext cx="6587375" cy="131411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6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I see a circle shape.</a:t>
            </a:r>
            <a:endParaRPr lang="zh-CN" altLang="en-US" sz="6000" b="1" dirty="0">
              <a:latin typeface="Cambria Math" panose="020405030504060302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0625" y="62144"/>
            <a:ext cx="6251137" cy="828268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608" y="8842159"/>
            <a:ext cx="6764784" cy="13585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6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I see a square shape.</a:t>
            </a:r>
            <a:endParaRPr lang="zh-CN" altLang="en-US" sz="6000" b="1" dirty="0">
              <a:latin typeface="Cambria Math" panose="020405030504060302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826" y="79899"/>
            <a:ext cx="6268347" cy="841603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33588" y="8831580"/>
            <a:ext cx="6858000" cy="10744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5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I see a triangle shape.</a:t>
            </a:r>
            <a:endParaRPr lang="zh-CN" altLang="en-US" sz="5400" b="1" dirty="0">
              <a:latin typeface="Cambria Math" panose="020405030504060302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588" y="29067"/>
            <a:ext cx="6327010" cy="84224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40668" y="8771137"/>
            <a:ext cx="6840951" cy="13141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6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I see an oval shape.</a:t>
            </a:r>
            <a:endParaRPr lang="zh-CN" altLang="en-US" sz="6000" b="1" dirty="0">
              <a:latin typeface="Cambria Math" panose="020405030504060302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668" y="71022"/>
            <a:ext cx="6413852" cy="80431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0467" y="8902602"/>
            <a:ext cx="6386512" cy="10033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6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I see a star shape.</a:t>
            </a:r>
            <a:endParaRPr lang="zh-CN" altLang="en-US" sz="6000" b="1" dirty="0">
              <a:latin typeface="Cambria Math" panose="020405030504060302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424" y="193706"/>
            <a:ext cx="6231152" cy="83554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48575" y="8823630"/>
            <a:ext cx="6773662" cy="11099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6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I see a spiral shape.</a:t>
            </a:r>
            <a:endParaRPr lang="zh-CN" altLang="en-US" sz="6000" b="1" dirty="0">
              <a:latin typeface="Cambria Math" panose="020405030504060302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0876" y="159798"/>
            <a:ext cx="6096248" cy="823344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92963" y="8819191"/>
            <a:ext cx="6724835" cy="11188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6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I see a heart shape.</a:t>
            </a:r>
            <a:endParaRPr lang="zh-CN" altLang="en-US" sz="6000" b="1" dirty="0">
              <a:latin typeface="Cambria Math" panose="020405030504060302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8448" y="150920"/>
            <a:ext cx="6161103" cy="830386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61601" y="8836946"/>
            <a:ext cx="6293296" cy="10832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6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I see shapes.</a:t>
            </a:r>
            <a:endParaRPr lang="zh-CN" altLang="en-US" sz="6000" b="1" dirty="0">
              <a:latin typeface="Cambria Math" panose="020405030504060302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704" y="337352"/>
            <a:ext cx="6180592" cy="81479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星形: 五角 6">
            <a:hlinkClick r:id="rId1" action="ppaction://hlinksldjump"/>
          </p:cNvPr>
          <p:cNvSpPr/>
          <p:nvPr/>
        </p:nvSpPr>
        <p:spPr>
          <a:xfrm>
            <a:off x="929936" y="1175552"/>
            <a:ext cx="914400" cy="9144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0" name="文本框 13"/>
          <p:cNvSpPr txBox="1"/>
          <p:nvPr/>
        </p:nvSpPr>
        <p:spPr>
          <a:xfrm>
            <a:off x="815636" y="456742"/>
            <a:ext cx="24323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dirty="0">
                <a:solidFill>
                  <a:schemeClr val="accent1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Circle</a:t>
            </a:r>
            <a:endParaRPr lang="en-US" altLang="zh-CN" sz="2800" b="1" dirty="0">
              <a:solidFill>
                <a:schemeClr val="accent1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1" name="星形: 五角 10">
            <a:hlinkClick r:id="rId2" action="ppaction://hlinksldjump"/>
          </p:cNvPr>
          <p:cNvSpPr/>
          <p:nvPr/>
        </p:nvSpPr>
        <p:spPr>
          <a:xfrm>
            <a:off x="929936" y="3483746"/>
            <a:ext cx="914400" cy="914400"/>
          </a:xfrm>
          <a:prstGeom prst="star5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12" name="文本框 21"/>
          <p:cNvSpPr txBox="1"/>
          <p:nvPr/>
        </p:nvSpPr>
        <p:spPr>
          <a:xfrm>
            <a:off x="673592" y="2818201"/>
            <a:ext cx="15724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dirty="0">
                <a:solidFill>
                  <a:schemeClr val="accent6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Triangle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uLnTx/>
              <a:uFillTx/>
              <a:latin typeface="Cambria Math" panose="02040503050406030204" pitchFamily="18" charset="0"/>
              <a:ea typeface="Cambria Math" panose="02040503050406030204" pitchFamily="18" charset="0"/>
              <a:cs typeface="+mn-cs"/>
            </a:endParaRPr>
          </a:p>
        </p:txBody>
      </p:sp>
      <p:sp>
        <p:nvSpPr>
          <p:cNvPr id="13" name="星形: 五角 12">
            <a:hlinkClick r:id="rId3" action="ppaction://hlinksldjump"/>
          </p:cNvPr>
          <p:cNvSpPr/>
          <p:nvPr/>
        </p:nvSpPr>
        <p:spPr>
          <a:xfrm>
            <a:off x="929936" y="5503974"/>
            <a:ext cx="914400" cy="914400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4" name="文本框 31"/>
          <p:cNvSpPr txBox="1"/>
          <p:nvPr/>
        </p:nvSpPr>
        <p:spPr>
          <a:xfrm>
            <a:off x="1019090" y="4918050"/>
            <a:ext cx="1003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Star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mbria Math" panose="02040503050406030204" pitchFamily="18" charset="0"/>
              <a:ea typeface="Cambria Math" panose="02040503050406030204" pitchFamily="18" charset="0"/>
              <a:cs typeface="+mn-cs"/>
            </a:endParaRPr>
          </a:p>
        </p:txBody>
      </p:sp>
      <p:sp>
        <p:nvSpPr>
          <p:cNvPr id="15" name="星形: 五角 14">
            <a:hlinkClick r:id="rId4" action="ppaction://hlinksldjump"/>
          </p:cNvPr>
          <p:cNvSpPr/>
          <p:nvPr/>
        </p:nvSpPr>
        <p:spPr>
          <a:xfrm>
            <a:off x="929936" y="7524202"/>
            <a:ext cx="914400" cy="914400"/>
          </a:xfrm>
          <a:prstGeom prst="star5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6" name="文本框 39"/>
          <p:cNvSpPr txBox="1"/>
          <p:nvPr/>
        </p:nvSpPr>
        <p:spPr>
          <a:xfrm>
            <a:off x="866683" y="6804275"/>
            <a:ext cx="12713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Heart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92D050"/>
              </a:solidFill>
              <a:effectLst/>
              <a:uLnTx/>
              <a:uFillTx/>
              <a:latin typeface="Cambria Math" panose="02040503050406030204" pitchFamily="18" charset="0"/>
              <a:ea typeface="Cambria Math" panose="02040503050406030204" pitchFamily="18" charset="0"/>
              <a:cs typeface="+mn-cs"/>
            </a:endParaRPr>
          </a:p>
        </p:txBody>
      </p:sp>
      <p:sp>
        <p:nvSpPr>
          <p:cNvPr id="17" name="星形: 五角 16">
            <a:hlinkClick r:id="rId5" action="ppaction://hlinksldjump"/>
          </p:cNvPr>
          <p:cNvSpPr/>
          <p:nvPr/>
        </p:nvSpPr>
        <p:spPr>
          <a:xfrm>
            <a:off x="4953740" y="1175552"/>
            <a:ext cx="914400" cy="914400"/>
          </a:xfrm>
          <a:prstGeom prst="star5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18" name="文本框 17"/>
          <p:cNvSpPr txBox="1"/>
          <p:nvPr/>
        </p:nvSpPr>
        <p:spPr>
          <a:xfrm>
            <a:off x="4757144" y="456742"/>
            <a:ext cx="13075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dirty="0">
                <a:solidFill>
                  <a:schemeClr val="accent3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Square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50000"/>
                </a:schemeClr>
              </a:solidFill>
              <a:effectLst/>
              <a:uLnTx/>
              <a:uFillTx/>
              <a:latin typeface="Cambria Math" panose="02040503050406030204" pitchFamily="18" charset="0"/>
              <a:ea typeface="Cambria Math" panose="02040503050406030204" pitchFamily="18" charset="0"/>
              <a:cs typeface="+mn-cs"/>
            </a:endParaRPr>
          </a:p>
        </p:txBody>
      </p:sp>
      <p:sp>
        <p:nvSpPr>
          <p:cNvPr id="19" name="星形: 五角 18">
            <a:hlinkClick r:id="rId6" action="ppaction://hlinksldjump"/>
          </p:cNvPr>
          <p:cNvSpPr/>
          <p:nvPr/>
        </p:nvSpPr>
        <p:spPr>
          <a:xfrm>
            <a:off x="4953740" y="3483746"/>
            <a:ext cx="914400" cy="914400"/>
          </a:xfrm>
          <a:prstGeom prst="star5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0" name="文本框 27"/>
          <p:cNvSpPr txBox="1"/>
          <p:nvPr/>
        </p:nvSpPr>
        <p:spPr>
          <a:xfrm>
            <a:off x="4953740" y="2818201"/>
            <a:ext cx="3429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dirty="0">
                <a:solidFill>
                  <a:schemeClr val="accent5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Oval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Cambria Math" panose="02040503050406030204" pitchFamily="18" charset="0"/>
              <a:ea typeface="Cambria Math" panose="02040503050406030204" pitchFamily="18" charset="0"/>
              <a:cs typeface="+mn-cs"/>
            </a:endParaRPr>
          </a:p>
        </p:txBody>
      </p:sp>
      <p:sp>
        <p:nvSpPr>
          <p:cNvPr id="21" name="星形: 五角 20">
            <a:hlinkClick r:id="rId7" action="ppaction://hlinksldjump"/>
          </p:cNvPr>
          <p:cNvSpPr/>
          <p:nvPr/>
        </p:nvSpPr>
        <p:spPr>
          <a:xfrm>
            <a:off x="4953740" y="5503974"/>
            <a:ext cx="914400" cy="914400"/>
          </a:xfrm>
          <a:prstGeom prst="star5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2" name="文本框 35"/>
          <p:cNvSpPr txBox="1"/>
          <p:nvPr/>
        </p:nvSpPr>
        <p:spPr>
          <a:xfrm>
            <a:off x="4814294" y="4953000"/>
            <a:ext cx="4114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Spiral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mbria Math" panose="02040503050406030204" pitchFamily="18" charset="0"/>
              <a:ea typeface="Cambria Math" panose="02040503050406030204" pitchFamily="18" charset="0"/>
              <a:cs typeface="+mn-cs"/>
            </a:endParaRPr>
          </a:p>
        </p:txBody>
      </p:sp>
      <p:sp>
        <p:nvSpPr>
          <p:cNvPr id="23" name="星形: 五角 22">
            <a:hlinkClick r:id="rId8" action="ppaction://hlinksldjump"/>
          </p:cNvPr>
          <p:cNvSpPr/>
          <p:nvPr/>
        </p:nvSpPr>
        <p:spPr>
          <a:xfrm>
            <a:off x="4953740" y="7524202"/>
            <a:ext cx="914400" cy="914400"/>
          </a:xfrm>
          <a:prstGeom prst="star5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4" name="文本框 47"/>
          <p:cNvSpPr txBox="1"/>
          <p:nvPr/>
        </p:nvSpPr>
        <p:spPr>
          <a:xfrm>
            <a:off x="4814294" y="6804275"/>
            <a:ext cx="43936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Shapes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2682165" y="2902113"/>
            <a:ext cx="1835458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Calibri Light" panose="020F0302020204030204"/>
                <a:sym typeface="+mn-ea"/>
              </a:rPr>
              <a:t>Click on the colored stars to start getting </a:t>
            </a:r>
            <a:b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Calibri Light" panose="020F0302020204030204"/>
                <a:sym typeface="+mn-ea"/>
              </a:rPr>
            </a:b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Calibri Light" panose="020F0302020204030204"/>
                <a:sym typeface="+mn-ea"/>
              </a:rPr>
              <a:t>to know them!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anose="02040503050406030204" pitchFamily="18" charset="0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0625" y="8780014"/>
            <a:ext cx="6587375" cy="131411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6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I see a circle shape.</a:t>
            </a:r>
            <a:endParaRPr lang="zh-CN" altLang="en-US" sz="6000" b="1" dirty="0">
              <a:latin typeface="Cambria Math" panose="020405030504060302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0625" y="62144"/>
            <a:ext cx="6251137" cy="8282682"/>
          </a:xfrm>
          <a:prstGeom prst="rect">
            <a:avLst/>
          </a:prstGeom>
        </p:spPr>
      </p:pic>
      <p:sp>
        <p:nvSpPr>
          <p:cNvPr id="6" name="文本框 5">
            <a:hlinkClick r:id="rId2" action="ppaction://hlinksldjump"/>
          </p:cNvPr>
          <p:cNvSpPr txBox="1"/>
          <p:nvPr/>
        </p:nvSpPr>
        <p:spPr>
          <a:xfrm>
            <a:off x="4994803" y="8300810"/>
            <a:ext cx="15269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highlight>
                  <a:srgbClr val="FFFF00"/>
                </a:highlight>
              </a:rPr>
              <a:t>RETURN</a:t>
            </a:r>
            <a:endParaRPr lang="en-US" altLang="zh-CN" sz="2800" b="1" dirty="0"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608" y="8842159"/>
            <a:ext cx="6764784" cy="13585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6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I see a square shape.</a:t>
            </a:r>
            <a:endParaRPr lang="zh-CN" altLang="en-US" sz="6000" b="1" dirty="0">
              <a:latin typeface="Cambria Math" panose="020405030504060302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826" y="79899"/>
            <a:ext cx="6268347" cy="8416031"/>
          </a:xfrm>
          <a:prstGeom prst="rect">
            <a:avLst/>
          </a:prstGeom>
        </p:spPr>
      </p:pic>
      <p:sp>
        <p:nvSpPr>
          <p:cNvPr id="2" name="文本框 1">
            <a:hlinkClick r:id="rId2" action="ppaction://hlinksldjump"/>
          </p:cNvPr>
          <p:cNvSpPr txBox="1"/>
          <p:nvPr/>
        </p:nvSpPr>
        <p:spPr>
          <a:xfrm>
            <a:off x="4994803" y="8300810"/>
            <a:ext cx="15269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 dirty="0">
                <a:highlight>
                  <a:srgbClr val="FFFF00"/>
                </a:highlight>
              </a:rPr>
              <a:t>RETURN</a:t>
            </a:r>
            <a:endParaRPr lang="en-US" altLang="zh-CN" sz="2800" b="1" dirty="0"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33588" y="8831580"/>
            <a:ext cx="6858000" cy="10744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5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I see a triangle shape.</a:t>
            </a:r>
            <a:endParaRPr lang="zh-CN" altLang="en-US" sz="5400" b="1" dirty="0">
              <a:latin typeface="Cambria Math" panose="020405030504060302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588" y="29067"/>
            <a:ext cx="6327010" cy="8422475"/>
          </a:xfrm>
          <a:prstGeom prst="rect">
            <a:avLst/>
          </a:prstGeom>
        </p:spPr>
      </p:pic>
      <p:sp>
        <p:nvSpPr>
          <p:cNvPr id="2" name="文本框 1">
            <a:hlinkClick r:id="rId2" action="ppaction://hlinksldjump"/>
          </p:cNvPr>
          <p:cNvSpPr txBox="1"/>
          <p:nvPr/>
        </p:nvSpPr>
        <p:spPr>
          <a:xfrm>
            <a:off x="4994803" y="8300810"/>
            <a:ext cx="15269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highlight>
                  <a:srgbClr val="FFFF00"/>
                </a:highlight>
              </a:rPr>
              <a:t>RETURN</a:t>
            </a:r>
            <a:endParaRPr lang="en-US" altLang="zh-CN" sz="2800" b="1" dirty="0"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40668" y="8771137"/>
            <a:ext cx="6840951" cy="13141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6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I see an oval shape.</a:t>
            </a:r>
            <a:endParaRPr lang="zh-CN" altLang="en-US" sz="6000" b="1" dirty="0">
              <a:latin typeface="Cambria Math" panose="020405030504060302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668" y="71022"/>
            <a:ext cx="6413852" cy="8043168"/>
          </a:xfrm>
          <a:prstGeom prst="rect">
            <a:avLst/>
          </a:prstGeom>
        </p:spPr>
      </p:pic>
      <p:sp>
        <p:nvSpPr>
          <p:cNvPr id="2" name="文本框 1">
            <a:hlinkClick r:id="rId2" action="ppaction://hlinksldjump"/>
          </p:cNvPr>
          <p:cNvSpPr txBox="1"/>
          <p:nvPr/>
        </p:nvSpPr>
        <p:spPr>
          <a:xfrm>
            <a:off x="4994803" y="8300810"/>
            <a:ext cx="15269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highlight>
                  <a:srgbClr val="FFFF00"/>
                </a:highlight>
              </a:rPr>
              <a:t>RETURN</a:t>
            </a:r>
            <a:endParaRPr lang="en-US" altLang="zh-CN" sz="2800" b="1" dirty="0"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0467" y="8902602"/>
            <a:ext cx="6386512" cy="10033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6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I see a star shape.</a:t>
            </a:r>
            <a:endParaRPr lang="zh-CN" altLang="en-US" sz="6000" b="1" dirty="0">
              <a:latin typeface="Cambria Math" panose="020405030504060302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424" y="193706"/>
            <a:ext cx="6231152" cy="8355490"/>
          </a:xfrm>
          <a:prstGeom prst="rect">
            <a:avLst/>
          </a:prstGeom>
        </p:spPr>
      </p:pic>
      <p:sp>
        <p:nvSpPr>
          <p:cNvPr id="2" name="文本框 1">
            <a:hlinkClick r:id="rId2" action="ppaction://hlinksldjump"/>
          </p:cNvPr>
          <p:cNvSpPr txBox="1"/>
          <p:nvPr/>
        </p:nvSpPr>
        <p:spPr>
          <a:xfrm>
            <a:off x="4994803" y="8300810"/>
            <a:ext cx="15269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highlight>
                  <a:srgbClr val="FFFF00"/>
                </a:highlight>
              </a:rPr>
              <a:t>RETURN</a:t>
            </a:r>
            <a:endParaRPr lang="en-US" altLang="zh-CN" sz="2800" b="1" dirty="0"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48575" y="8823630"/>
            <a:ext cx="6773662" cy="11099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6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I see a spiral shape.</a:t>
            </a:r>
            <a:endParaRPr lang="zh-CN" altLang="en-US" sz="6000" b="1" dirty="0">
              <a:latin typeface="Cambria Math" panose="020405030504060302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0876" y="159798"/>
            <a:ext cx="6096248" cy="8233441"/>
          </a:xfrm>
          <a:prstGeom prst="rect">
            <a:avLst/>
          </a:prstGeom>
        </p:spPr>
      </p:pic>
      <p:sp>
        <p:nvSpPr>
          <p:cNvPr id="2" name="文本框 1">
            <a:hlinkClick r:id="rId2" action="ppaction://hlinksldjump"/>
          </p:cNvPr>
          <p:cNvSpPr txBox="1"/>
          <p:nvPr/>
        </p:nvSpPr>
        <p:spPr>
          <a:xfrm>
            <a:off x="4994803" y="8300810"/>
            <a:ext cx="15269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highlight>
                  <a:srgbClr val="FFFF00"/>
                </a:highlight>
              </a:rPr>
              <a:t>RETURN</a:t>
            </a:r>
            <a:endParaRPr lang="en-US" altLang="zh-CN" sz="2800" b="1" dirty="0"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92963" y="8819191"/>
            <a:ext cx="6724835" cy="11188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6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I see a heart shape.</a:t>
            </a:r>
            <a:endParaRPr lang="zh-CN" altLang="en-US" sz="6000" b="1" dirty="0">
              <a:latin typeface="Cambria Math" panose="020405030504060302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8448" y="150920"/>
            <a:ext cx="6161103" cy="8303867"/>
          </a:xfrm>
          <a:prstGeom prst="rect">
            <a:avLst/>
          </a:prstGeom>
        </p:spPr>
      </p:pic>
      <p:sp>
        <p:nvSpPr>
          <p:cNvPr id="2" name="文本框 1">
            <a:hlinkClick r:id="rId2" action="ppaction://hlinksldjump"/>
          </p:cNvPr>
          <p:cNvSpPr txBox="1"/>
          <p:nvPr/>
        </p:nvSpPr>
        <p:spPr>
          <a:xfrm>
            <a:off x="4994803" y="8300810"/>
            <a:ext cx="15269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highlight>
                  <a:srgbClr val="FFFF00"/>
                </a:highlight>
              </a:rPr>
              <a:t>RETURN</a:t>
            </a:r>
            <a:endParaRPr lang="en-US" altLang="zh-CN" sz="2800" b="1" dirty="0"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61601" y="8836946"/>
            <a:ext cx="6293296" cy="10832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6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I see shapes.</a:t>
            </a:r>
            <a:endParaRPr lang="zh-CN" altLang="en-US" sz="6000" b="1" dirty="0">
              <a:latin typeface="Cambria Math" panose="020405030504060302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704" y="337352"/>
            <a:ext cx="6180592" cy="8147952"/>
          </a:xfrm>
          <a:prstGeom prst="rect">
            <a:avLst/>
          </a:prstGeom>
        </p:spPr>
      </p:pic>
      <p:sp>
        <p:nvSpPr>
          <p:cNvPr id="2" name="文本框 1">
            <a:hlinkClick r:id="rId2" action="ppaction://hlinksldjump"/>
          </p:cNvPr>
          <p:cNvSpPr txBox="1"/>
          <p:nvPr/>
        </p:nvSpPr>
        <p:spPr>
          <a:xfrm>
            <a:off x="4994803" y="8300810"/>
            <a:ext cx="15269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highlight>
                  <a:srgbClr val="FFFF00"/>
                </a:highlight>
              </a:rPr>
              <a:t>RETURN</a:t>
            </a:r>
            <a:endParaRPr lang="en-US" altLang="zh-CN" sz="2800" b="1" dirty="0"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483</Words>
  <Application>WPS 演示</Application>
  <PresentationFormat>A4 纸张(210x297 毫米)</PresentationFormat>
  <Paragraphs>68</Paragraphs>
  <Slides>18</Slides>
  <Notes>0</Notes>
  <HiddenSlides>8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7" baseType="lpstr">
      <vt:lpstr>Arial</vt:lpstr>
      <vt:lpstr>宋体</vt:lpstr>
      <vt:lpstr>Wingdings</vt:lpstr>
      <vt:lpstr>Cambria Math</vt:lpstr>
      <vt:lpstr>Calibri Light</vt:lpstr>
      <vt:lpstr>等线</vt:lpstr>
      <vt:lpstr>Calibri</vt:lpstr>
      <vt:lpstr>微软雅黑</vt:lpstr>
      <vt:lpstr>Office 主题​​</vt:lpstr>
      <vt:lpstr>Shapes In Nature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进贤 崔</dc:creator>
  <cp:lastModifiedBy>Linda.璽</cp:lastModifiedBy>
  <cp:revision>3</cp:revision>
  <dcterms:created xsi:type="dcterms:W3CDTF">2025-04-03T10:49:00Z</dcterms:created>
  <dcterms:modified xsi:type="dcterms:W3CDTF">2025-04-13T01:40:58Z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2473734955B846518DD4CE120DDDD2EE_13</vt:lpwstr>
  </property>
  <property fmtid="{D5CDD505-2E9C-101B-9397-08002B2CF9AE}" pid="3" name="KSOProductBuildVer">
    <vt:lpwstr>2052-12.1.0.20784</vt:lpwstr>
  </property>
</Properties>
</file>