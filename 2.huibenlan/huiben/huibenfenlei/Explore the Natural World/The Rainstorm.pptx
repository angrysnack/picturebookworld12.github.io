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6839585" cy="93599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8" userDrawn="1">
          <p15:clr>
            <a:srgbClr val="A4A3A4"/>
          </p15:clr>
        </p15:guide>
        <p15:guide id="2" pos="21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948"/>
        <p:guide pos="215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555" y="1248000"/>
            <a:ext cx="5497583" cy="35081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49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555" y="4859338"/>
            <a:ext cx="5497583" cy="200957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795" spc="200"/>
            </a:lvl1pPr>
            <a:lvl2pPr marL="342265" indent="0" algn="ctr">
              <a:buNone/>
              <a:defRPr sz="1495"/>
            </a:lvl2pPr>
            <a:lvl3pPr marL="683895" indent="0" algn="ctr">
              <a:buNone/>
              <a:defRPr sz="1345"/>
            </a:lvl3pPr>
            <a:lvl4pPr marL="1026160" indent="0" algn="ctr">
              <a:buNone/>
              <a:defRPr sz="1195"/>
            </a:lvl4pPr>
            <a:lvl5pPr marL="1367790" indent="0" algn="ctr">
              <a:buNone/>
              <a:defRPr sz="1195"/>
            </a:lvl5pPr>
            <a:lvl6pPr marL="1710055" indent="0" algn="ctr">
              <a:buNone/>
              <a:defRPr sz="1195"/>
            </a:lvl6pPr>
            <a:lvl7pPr marL="2051685" indent="0" algn="ctr">
              <a:buNone/>
              <a:defRPr sz="1195"/>
            </a:lvl7pPr>
            <a:lvl8pPr marL="2393950" indent="0" algn="ctr">
              <a:buNone/>
              <a:defRPr sz="1195"/>
            </a:lvl8pPr>
            <a:lvl9pPr marL="2736215" indent="0" algn="ctr">
              <a:buNone/>
              <a:defRPr sz="119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327" y="2034142"/>
            <a:ext cx="6153981" cy="649549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6886" y="5252409"/>
            <a:ext cx="4358481" cy="104655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9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6886" y="6298961"/>
            <a:ext cx="4358481" cy="118412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4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26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2pPr>
            <a:lvl3pPr marL="68389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3pPr>
            <a:lvl4pPr marL="102616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4pPr>
            <a:lvl5pPr marL="136779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5pPr>
            <a:lvl6pPr marL="171005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6pPr>
            <a:lvl7pPr marL="205168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7pPr>
            <a:lvl8pPr marL="2393950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8pPr>
            <a:lvl9pPr marL="2736215" indent="0">
              <a:buNone/>
              <a:defRPr sz="11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327" y="2048882"/>
            <a:ext cx="2904307" cy="6480756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7059" y="2048882"/>
            <a:ext cx="2904307" cy="6480756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327" y="1950614"/>
            <a:ext cx="2997213" cy="52081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327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8403" y="1940417"/>
            <a:ext cx="2997213" cy="52081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49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265" indent="0">
              <a:buNone/>
              <a:defRPr sz="1495" b="1"/>
            </a:lvl2pPr>
            <a:lvl3pPr marL="683895" indent="0">
              <a:buNone/>
              <a:defRPr sz="1345" b="1"/>
            </a:lvl3pPr>
            <a:lvl4pPr marL="1026160" indent="0">
              <a:buNone/>
              <a:defRPr sz="1195" b="1"/>
            </a:lvl4pPr>
            <a:lvl5pPr marL="1367790" indent="0">
              <a:buNone/>
              <a:defRPr sz="1195" b="1"/>
            </a:lvl5pPr>
            <a:lvl6pPr marL="1710055" indent="0">
              <a:buNone/>
              <a:defRPr sz="1195" b="1"/>
            </a:lvl6pPr>
            <a:lvl7pPr marL="2051685" indent="0">
              <a:buNone/>
              <a:defRPr sz="1195" b="1"/>
            </a:lvl7pPr>
            <a:lvl8pPr marL="2393950" indent="0">
              <a:buNone/>
              <a:defRPr sz="1195" b="1"/>
            </a:lvl8pPr>
            <a:lvl9pPr marL="2736215" indent="0">
              <a:buNone/>
              <a:defRPr sz="119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8403" y="2530394"/>
            <a:ext cx="2997213" cy="5999244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327" y="830362"/>
            <a:ext cx="6153981" cy="9630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327" y="2122583"/>
            <a:ext cx="2935880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2725" y="2122583"/>
            <a:ext cx="2932583" cy="6289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19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1965" y="1248000"/>
            <a:ext cx="585709" cy="6864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09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000" y="1248000"/>
            <a:ext cx="5144138" cy="6864000"/>
          </a:xfrm>
        </p:spPr>
        <p:txBody>
          <a:bodyPr vert="eaVert" lIns="46800" tIns="46800" rIns="46800" bIns="46800"/>
          <a:lstStyle>
            <a:lvl1pPr marL="170815" indent="-170815">
              <a:spcAft>
                <a:spcPts val="1000"/>
              </a:spcAft>
              <a:defRPr spc="300"/>
            </a:lvl1pPr>
            <a:lvl2pPr marL="513080" indent="-170815">
              <a:defRPr spc="300"/>
            </a:lvl2pPr>
            <a:lvl3pPr marL="854710" indent="-170815">
              <a:defRPr spc="300"/>
            </a:lvl3pPr>
            <a:lvl4pPr marL="1196975" indent="-170815">
              <a:defRPr spc="300"/>
            </a:lvl4pPr>
            <a:lvl5pPr marL="1539240" indent="-170815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327" y="1056378"/>
            <a:ext cx="6156000" cy="748308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555" y="3390236"/>
            <a:ext cx="5497583" cy="139048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49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555" y="4859338"/>
            <a:ext cx="5497583" cy="64365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79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327" y="830362"/>
            <a:ext cx="6153981" cy="9630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327" y="2034142"/>
            <a:ext cx="6153981" cy="6495496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346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09173" y="8618079"/>
            <a:ext cx="222165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0544" y="8618079"/>
            <a:ext cx="1514764" cy="4323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3895" rtl="0" eaLnBrk="1" fontAlgn="auto" latinLnBrk="0" hangingPunct="1">
        <a:lnSpc>
          <a:spcPct val="100000"/>
        </a:lnSpc>
        <a:spcBef>
          <a:spcPct val="0"/>
        </a:spcBef>
        <a:buNone/>
        <a:defRPr sz="2695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0815" indent="-170815" algn="l" defTabSz="68389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3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308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203960" algn="l"/>
          <a:tab pos="1203960" algn="l"/>
          <a:tab pos="1203960" algn="l"/>
          <a:tab pos="1203960" algn="l"/>
        </a:tabLst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471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19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196975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39240" indent="-170815" algn="l" defTabSz="68389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04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087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22313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564765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907030" indent="-170815" algn="l" defTabSz="683895" rtl="0" eaLnBrk="1" latinLnBrk="0" hangingPunct="1">
        <a:lnSpc>
          <a:spcPct val="90000"/>
        </a:lnSpc>
        <a:spcBef>
          <a:spcPct val="75000"/>
        </a:spcBef>
        <a:buFont typeface="Arial" panose="020B0604020202020204" pitchFamily="34" charset="0"/>
        <a:buChar char="•"/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1pPr>
      <a:lvl2pPr marL="34226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3pPr>
      <a:lvl4pPr marL="102616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6pPr>
      <a:lvl7pPr marL="205168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7pPr>
      <a:lvl8pPr marL="2393950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8pPr>
      <a:lvl9pPr marL="2736215" algn="l" defTabSz="683895" rtl="0" eaLnBrk="1" latinLnBrk="0" hangingPunct="1">
        <a:defRPr sz="13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2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127.xml"/><Relationship Id="rId6" Type="http://schemas.openxmlformats.org/officeDocument/2006/relationships/slide" Target="slide7.xml"/><Relationship Id="rId5" Type="http://schemas.openxmlformats.org/officeDocument/2006/relationships/slide" Target="slide10.xml"/><Relationship Id="rId4" Type="http://schemas.openxmlformats.org/officeDocument/2006/relationships/slide" Target="slide6.xml"/><Relationship Id="rId3" Type="http://schemas.openxmlformats.org/officeDocument/2006/relationships/slide" Target="slide9.xml"/><Relationship Id="rId2" Type="http://schemas.openxmlformats.org/officeDocument/2006/relationships/slide" Target="slide8.xml"/><Relationship Id="rId1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8.xml"/><Relationship Id="rId2" Type="http://schemas.openxmlformats.org/officeDocument/2006/relationships/slide" Target="slide3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9.xml"/><Relationship Id="rId2" Type="http://schemas.openxmlformats.org/officeDocument/2006/relationships/slide" Target="slide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0.xml"/><Relationship Id="rId2" Type="http://schemas.openxmlformats.org/officeDocument/2006/relationships/slide" Target="slide3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slide" Target="slide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2.xml"/><Relationship Id="rId2" Type="http://schemas.openxmlformats.org/officeDocument/2006/relationships/slide" Target="slide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3.xml"/><Relationship Id="rId2" Type="http://schemas.openxmlformats.org/officeDocument/2006/relationships/slide" Target="slide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4.xml"/><Relationship Id="rId2" Type="http://schemas.openxmlformats.org/officeDocument/2006/relationships/slide" Target="slide3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9218a18d92fcb0a9914a33bbea37f8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455" y="-12065"/>
            <a:ext cx="5887085" cy="93719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d8fca689d1d1209d506d317250d4967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690" y="1992630"/>
            <a:ext cx="4905375" cy="50006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24610" y="929005"/>
            <a:ext cx="22796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The Rainstorm</a:t>
            </a:r>
            <a:endParaRPr lang="en-US" altLang="zh-CN" sz="3600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72427" y="119094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2400" i="0">
                <a:solidFill>
                  <a:srgbClr val="404040"/>
                </a:solidFill>
                <a:latin typeface="DeepSeek-CJK-patch"/>
                <a:ea typeface="DeepSeek-CJK-patch"/>
              </a:rPr>
              <a:t>Click to see the contrast before and after the storm.</a:t>
            </a:r>
            <a:endParaRPr lang="en-US" altLang="zh-CN" sz="2400" i="0">
              <a:solidFill>
                <a:srgbClr val="404040"/>
              </a:solidFill>
              <a:latin typeface="DeepSeek-CJK-patch"/>
              <a:ea typeface="DeepSeek-CJK-patch"/>
            </a:endParaRPr>
          </a:p>
        </p:txBody>
      </p:sp>
      <p:sp>
        <p:nvSpPr>
          <p:cNvPr id="7" name="泪滴形 6">
            <a:hlinkClick r:id="rId1" action="ppaction://hlinksldjump"/>
          </p:cNvPr>
          <p:cNvSpPr/>
          <p:nvPr/>
        </p:nvSpPr>
        <p:spPr>
          <a:xfrm>
            <a:off x="1456055" y="6424295"/>
            <a:ext cx="483235" cy="459105"/>
          </a:xfrm>
          <a:prstGeom prst="teardrop">
            <a:avLst/>
          </a:prstGeom>
          <a:solidFill>
            <a:srgbClr val="00B0F0"/>
          </a:solidFill>
          <a:ln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泪滴形 7">
            <a:hlinkClick r:id="rId2" action="ppaction://hlinksldjump"/>
          </p:cNvPr>
          <p:cNvSpPr/>
          <p:nvPr/>
        </p:nvSpPr>
        <p:spPr>
          <a:xfrm>
            <a:off x="1483360" y="4450080"/>
            <a:ext cx="483235" cy="459105"/>
          </a:xfrm>
          <a:prstGeom prst="teardrop">
            <a:avLst/>
          </a:prstGeom>
          <a:solidFill>
            <a:srgbClr val="00B0F0"/>
          </a:solidFill>
          <a:ln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泪滴形 8">
            <a:hlinkClick r:id="rId3" action="ppaction://hlinksldjump"/>
          </p:cNvPr>
          <p:cNvSpPr/>
          <p:nvPr/>
        </p:nvSpPr>
        <p:spPr>
          <a:xfrm>
            <a:off x="3024505" y="3750945"/>
            <a:ext cx="483235" cy="459105"/>
          </a:xfrm>
          <a:prstGeom prst="teardrop">
            <a:avLst/>
          </a:prstGeom>
          <a:solidFill>
            <a:srgbClr val="00B0F0"/>
          </a:solidFill>
          <a:ln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泪滴形 9">
            <a:hlinkClick r:id="rId4" action="ppaction://hlinksldjump"/>
          </p:cNvPr>
          <p:cNvSpPr/>
          <p:nvPr/>
        </p:nvSpPr>
        <p:spPr>
          <a:xfrm>
            <a:off x="2752725" y="5988685"/>
            <a:ext cx="483235" cy="459105"/>
          </a:xfrm>
          <a:prstGeom prst="teardrop">
            <a:avLst/>
          </a:prstGeom>
          <a:solidFill>
            <a:srgbClr val="00B0F0"/>
          </a:solidFill>
          <a:ln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泪滴形 11">
            <a:hlinkClick r:id="rId5" action="ppaction://hlinksldjump"/>
          </p:cNvPr>
          <p:cNvSpPr/>
          <p:nvPr/>
        </p:nvSpPr>
        <p:spPr>
          <a:xfrm>
            <a:off x="4398645" y="3385185"/>
            <a:ext cx="483235" cy="459105"/>
          </a:xfrm>
          <a:prstGeom prst="teardrop">
            <a:avLst/>
          </a:prstGeom>
          <a:solidFill>
            <a:srgbClr val="00B0F0"/>
          </a:solidFill>
          <a:ln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泪滴形 13">
            <a:hlinkClick r:id="rId6" action="ppaction://hlinksldjump"/>
          </p:cNvPr>
          <p:cNvSpPr/>
          <p:nvPr/>
        </p:nvSpPr>
        <p:spPr>
          <a:xfrm>
            <a:off x="4049395" y="5710555"/>
            <a:ext cx="483235" cy="459105"/>
          </a:xfrm>
          <a:prstGeom prst="teardrop">
            <a:avLst/>
          </a:prstGeom>
          <a:solidFill>
            <a:srgbClr val="00B0F0"/>
          </a:solidFill>
          <a:ln>
            <a:gradFill>
              <a:gsLst>
                <a:gs pos="50000">
                  <a:schemeClr val="accent1"/>
                </a:gs>
                <a:gs pos="0">
                  <a:schemeClr val="accent1">
                    <a:lumMod val="25000"/>
                    <a:lumOff val="75000"/>
                  </a:schemeClr>
                </a:gs>
                <a:gs pos="100000">
                  <a:schemeClr val="accent1">
                    <a:lumMod val="85000"/>
                  </a:schemeClr>
                </a:gs>
              </a:gsLst>
              <a:lin ang="5400000" scaled="0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48995" y="3977005"/>
            <a:ext cx="1687195" cy="379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</a:rPr>
              <a:t>lightning</a:t>
            </a:r>
            <a:endParaRPr lang="en-US" altLang="zh-CN" sz="28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36190" y="3248660"/>
            <a:ext cx="1393825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</a:rPr>
              <a:t>puddle</a:t>
            </a:r>
            <a:endParaRPr lang="en-US" altLang="zh-CN" sz="28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930015" y="2894330"/>
            <a:ext cx="1654810" cy="354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</a:rPr>
              <a:t>rainbow</a:t>
            </a:r>
            <a:endParaRPr lang="en-US" altLang="zh-CN" sz="28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55395" y="5837555"/>
            <a:ext cx="939165" cy="478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</a:rPr>
              <a:t>sky</a:t>
            </a:r>
            <a:endParaRPr lang="en-US" altLang="zh-CN" sz="28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70125" y="5393055"/>
            <a:ext cx="1449070" cy="509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</a:t>
            </a:r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</a:rPr>
              <a:t>clouds</a:t>
            </a:r>
            <a:endParaRPr lang="en-US" altLang="zh-CN" sz="28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30015" y="5208905"/>
            <a:ext cx="951865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 b="1">
                <a:solidFill>
                  <a:schemeClr val="accent1">
                    <a:lumMod val="75000"/>
                  </a:schemeClr>
                </a:solidFill>
              </a:rPr>
              <a:t>rain</a:t>
            </a:r>
            <a:endParaRPr lang="en-US" altLang="zh-CN" sz="2800" b="1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5a3d1831de1dc2c47786d38ca60b8b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380" y="1014095"/>
            <a:ext cx="4314825" cy="68199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62380" y="8143875"/>
            <a:ext cx="3597275" cy="4159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>
                <a:sym typeface="+mn-ea"/>
              </a:rPr>
              <a:t>I </a:t>
            </a:r>
            <a:r>
              <a:rPr lang="en-US" altLang="zh-CN" sz="2800"/>
              <a:t>see the Sun.</a:t>
            </a:r>
            <a:endParaRPr lang="zh-CN" altLang="en-US" sz="28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705350" y="8404860"/>
            <a:ext cx="1787525" cy="471170"/>
          </a:xfrm>
          <a:prstGeom prst="round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efbe925324fa51fc519f3d6d2cb5ab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05" y="833755"/>
            <a:ext cx="4295775" cy="68484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55700" y="7986395"/>
            <a:ext cx="34163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/>
              <a:t> I see the sky</a:t>
            </a:r>
            <a:endParaRPr lang="zh-CN" altLang="en-US" sz="28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705350" y="8404860"/>
            <a:ext cx="1787525" cy="471170"/>
          </a:xfrm>
          <a:prstGeom prst="round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1271905" y="888683"/>
            <a:ext cx="4295775" cy="681037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71905" y="7950200"/>
            <a:ext cx="34163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/>
              <a:t>I see the clouds.</a:t>
            </a:r>
            <a:endParaRPr lang="zh-CN" altLang="en-US" sz="28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705350" y="8404860"/>
            <a:ext cx="1787525" cy="471170"/>
          </a:xfrm>
          <a:prstGeom prst="round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f1c88f970975d8ee2af890f9513ac7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905" y="894080"/>
            <a:ext cx="4295775" cy="68294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71905" y="7998460"/>
            <a:ext cx="34163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/>
              <a:t>I see the rain</a:t>
            </a:r>
            <a:r>
              <a:rPr lang="en-US" altLang="zh-CN"/>
              <a:t>.</a:t>
            </a:r>
            <a:endParaRPr lang="zh-CN" altLang="en-US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705350" y="8404860"/>
            <a:ext cx="1787525" cy="471170"/>
          </a:xfrm>
          <a:prstGeom prst="round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e672d67a348069671abb9ae7b632308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085" y="664210"/>
            <a:ext cx="4295775" cy="68294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88085" y="7982585"/>
            <a:ext cx="3088005" cy="796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I see the lightning</a:t>
            </a:r>
            <a:endParaRPr lang="en-US" altLang="zh-CN" sz="28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705350" y="8404860"/>
            <a:ext cx="1787525" cy="471170"/>
          </a:xfrm>
          <a:prstGeom prst="round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f5a233774964f19cd7c233689c54e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50" y="784860"/>
            <a:ext cx="4286250" cy="682942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76350" y="8151495"/>
            <a:ext cx="3197225" cy="664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I see the puddle.</a:t>
            </a:r>
            <a:endParaRPr lang="en-US" altLang="zh-CN" sz="28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705350" y="8404860"/>
            <a:ext cx="1787525" cy="471170"/>
          </a:xfrm>
          <a:prstGeom prst="round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2d3f8a8823c4d5d5741209c369cf17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772795"/>
            <a:ext cx="4324350" cy="68008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57300" y="8187690"/>
            <a:ext cx="3246120" cy="615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I see the rainbow</a:t>
            </a:r>
            <a:endParaRPr lang="zh-CN" altLang="en-US" sz="2800"/>
          </a:p>
        </p:txBody>
      </p:sp>
      <p:sp>
        <p:nvSpPr>
          <p:cNvPr id="5" name="圆角矩形 4">
            <a:hlinkClick r:id="rId2" action="ppaction://hlinksldjump"/>
          </p:cNvPr>
          <p:cNvSpPr/>
          <p:nvPr/>
        </p:nvSpPr>
        <p:spPr>
          <a:xfrm>
            <a:off x="4705350" y="8404860"/>
            <a:ext cx="1787525" cy="471170"/>
          </a:xfrm>
          <a:prstGeom prst="roundRect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return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WPS 演示</Application>
  <PresentationFormat>宽屏</PresentationFormat>
  <Paragraphs>44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DeepSeek-CJK-patch</vt:lpstr>
      <vt:lpstr>Segoe Print</vt:lpstr>
      <vt:lpstr>微软雅黑</vt:lpstr>
      <vt:lpstr>WPS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158</cp:revision>
  <dcterms:created xsi:type="dcterms:W3CDTF">2019-06-19T02:08:00Z</dcterms:created>
  <dcterms:modified xsi:type="dcterms:W3CDTF">2025-04-13T01:41:05Z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4ADEF379840246FAB8291AB07C8AC0AB_11</vt:lpwstr>
  </property>
</Properties>
</file>