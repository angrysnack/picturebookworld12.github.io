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6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27.xml"/><Relationship Id="rId7" Type="http://schemas.openxmlformats.org/officeDocument/2006/relationships/slide" Target="slide7.xml"/><Relationship Id="rId6" Type="http://schemas.openxmlformats.org/officeDocument/2006/relationships/slide" Target="slide5.xml"/><Relationship Id="rId5" Type="http://schemas.openxmlformats.org/officeDocument/2006/relationships/slide" Target="slide10.xml"/><Relationship Id="rId4" Type="http://schemas.openxmlformats.org/officeDocument/2006/relationships/slide" Target="slide8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image" Target="../media/image5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image" Target="../media/image6.png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image" Target="../media/image7.png"/><Relationship Id="rId1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image" Target="../media/image9.png"/><Relationship Id="rId1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0" y="838200"/>
            <a:ext cx="4029710" cy="62306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1074420"/>
            <a:ext cx="4729480" cy="66217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0355" y="793115"/>
            <a:ext cx="5727065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2800">
                <a:sym typeface="+mn-ea"/>
              </a:rPr>
              <a:t>Click to see what lives here.</a:t>
            </a:r>
            <a:endParaRPr lang="en-US" altLang="zh-CN" sz="2800"/>
          </a:p>
          <a:p>
            <a:pPr marL="0" indent="0" algn="l"/>
            <a:endParaRPr lang="en-US" altLang="zh-CN" sz="28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588010" y="4402455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357630" y="2573020"/>
            <a:ext cx="914400" cy="914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3" action="ppaction://hlinksldjump"/>
          </p:cNvPr>
          <p:cNvSpPr/>
          <p:nvPr/>
        </p:nvSpPr>
        <p:spPr>
          <a:xfrm>
            <a:off x="1357630" y="6065520"/>
            <a:ext cx="914400" cy="9144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4749165" y="5316855"/>
            <a:ext cx="914400" cy="9144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4881880" y="3487420"/>
            <a:ext cx="914400" cy="914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5" action="ppaction://hlinksldjump"/>
          </p:cNvPr>
          <p:cNvSpPr/>
          <p:nvPr/>
        </p:nvSpPr>
        <p:spPr>
          <a:xfrm>
            <a:off x="3324225" y="6400165"/>
            <a:ext cx="914400" cy="914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6" action="ppaction://hlinksldjump"/>
          </p:cNvPr>
          <p:cNvSpPr/>
          <p:nvPr/>
        </p:nvSpPr>
        <p:spPr>
          <a:xfrm>
            <a:off x="3493135" y="2263140"/>
            <a:ext cx="914400" cy="914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91565" y="2117725"/>
            <a:ext cx="1446530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bear</a:t>
            </a:r>
            <a:endParaRPr lang="en-US" altLang="zh-CN" sz="2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24225" y="1731645"/>
            <a:ext cx="1144270" cy="531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4">
                    <a:lumMod val="75000"/>
                  </a:schemeClr>
                </a:solidFill>
              </a:rPr>
              <a:t>deer</a:t>
            </a:r>
            <a:endParaRPr lang="en-US" altLang="zh-CN" sz="2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49165" y="3013710"/>
            <a:ext cx="1278255" cy="47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worm</a:t>
            </a:r>
            <a:endParaRPr lang="en-US" altLang="zh-CN" sz="28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49165" y="4794885"/>
            <a:ext cx="1204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2">
                    <a:lumMod val="75000"/>
                  </a:schemeClr>
                </a:solidFill>
              </a:rPr>
              <a:t>bees</a:t>
            </a:r>
            <a:endParaRPr lang="en-US" altLang="zh-CN"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53740" y="5965190"/>
            <a:ext cx="121475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</a:rPr>
              <a:t>child</a:t>
            </a:r>
            <a:endParaRPr lang="en-US" altLang="zh-CN" sz="2800" b="1">
              <a:solidFill>
                <a:srgbClr val="00B0F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57630" y="5616575"/>
            <a:ext cx="1071245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7030A0"/>
                </a:solidFill>
              </a:rPr>
              <a:t>bee</a:t>
            </a:r>
            <a:endParaRPr lang="en-US" altLang="zh-CN" sz="2800" b="1">
              <a:solidFill>
                <a:srgbClr val="7030A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0400" y="3924300"/>
            <a:ext cx="84201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0000"/>
                </a:solidFill>
              </a:rPr>
              <a:t>fish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9" name="椭圆 18">
            <a:hlinkClick r:id="rId7" action="ppaction://hlinksldjump"/>
          </p:cNvPr>
          <p:cNvSpPr/>
          <p:nvPr/>
        </p:nvSpPr>
        <p:spPr>
          <a:xfrm>
            <a:off x="3087370" y="4402455"/>
            <a:ext cx="579755" cy="5556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630805" y="3790315"/>
            <a:ext cx="149288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</a:rPr>
              <a:t>frog</a:t>
            </a:r>
            <a:endParaRPr lang="en-US" altLang="zh-CN" sz="2800" b="1">
              <a:solidFill>
                <a:srgbClr val="FFC000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83235" y="7578090"/>
            <a:ext cx="5171440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35" y="798830"/>
            <a:ext cx="4790440" cy="72885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65" y="525780"/>
            <a:ext cx="4256405" cy="71189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149985"/>
            <a:ext cx="3865245" cy="65646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0" y="887730"/>
            <a:ext cx="5144770" cy="69240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0" y="662305"/>
            <a:ext cx="4481830" cy="70713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55" y="816610"/>
            <a:ext cx="4482465" cy="74129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4693285" y="8465820"/>
            <a:ext cx="1329055" cy="42227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852805"/>
            <a:ext cx="4463415" cy="73145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WPS 演示</Application>
  <PresentationFormat>宽屏</PresentationFormat>
  <Paragraphs>33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DeepSeek-CJK-patch</vt:lpstr>
      <vt:lpstr>微软雅黑</vt:lpstr>
      <vt:lpstr>Segoe Print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158</cp:revision>
  <dcterms:created xsi:type="dcterms:W3CDTF">2019-06-19T02:08:00Z</dcterms:created>
  <dcterms:modified xsi:type="dcterms:W3CDTF">2025-04-13T01:41:06Z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476E9BE5B5034663A14BAE6D11268309_13</vt:lpwstr>
  </property>
</Properties>
</file>