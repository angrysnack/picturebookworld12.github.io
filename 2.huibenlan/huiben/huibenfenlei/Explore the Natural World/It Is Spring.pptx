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6"/>
        <p:guide pos="380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slide" Target="slide7.xml"/><Relationship Id="rId6" Type="http://schemas.openxmlformats.org/officeDocument/2006/relationships/slide" Target="slide4.xml"/><Relationship Id="rId5" Type="http://schemas.openxmlformats.org/officeDocument/2006/relationships/slide" Target="slide3.xml"/><Relationship Id="rId4" Type="http://schemas.openxmlformats.org/officeDocument/2006/relationships/slide" Target="slide6.xml"/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5.png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7.png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945" y="423545"/>
            <a:ext cx="10297795" cy="56813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Click to see what does spring look like?.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太阳形 3">
            <a:hlinkClick r:id="rId1" action="ppaction://hlinksldjump"/>
          </p:cNvPr>
          <p:cNvSpPr/>
          <p:nvPr/>
        </p:nvSpPr>
        <p:spPr>
          <a:xfrm>
            <a:off x="3159125" y="2764155"/>
            <a:ext cx="596265" cy="535305"/>
          </a:xfrm>
          <a:prstGeom prst="sun">
            <a:avLst/>
          </a:prstGeom>
          <a:gradFill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太阳形 4">
            <a:hlinkClick r:id="rId2" action="ppaction://hlinksldjump"/>
          </p:cNvPr>
          <p:cNvSpPr/>
          <p:nvPr/>
        </p:nvSpPr>
        <p:spPr>
          <a:xfrm>
            <a:off x="2780665" y="4318000"/>
            <a:ext cx="596265" cy="535305"/>
          </a:xfrm>
          <a:prstGeom prst="sun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太阳形 5">
            <a:hlinkClick r:id="rId3" action="ppaction://hlinksldjump"/>
          </p:cNvPr>
          <p:cNvSpPr/>
          <p:nvPr/>
        </p:nvSpPr>
        <p:spPr>
          <a:xfrm>
            <a:off x="6801485" y="4973955"/>
            <a:ext cx="596265" cy="535305"/>
          </a:xfrm>
          <a:prstGeom prst="sun">
            <a:avLst/>
          </a:prstGeom>
          <a:gradFill>
            <a:gsLst>
              <a:gs pos="25000">
                <a:srgbClr val="F4594F"/>
              </a:gs>
              <a:gs pos="75000">
                <a:srgbClr val="F6A487"/>
              </a:gs>
              <a:gs pos="0">
                <a:srgbClr val="FF3E35"/>
              </a:gs>
              <a:gs pos="100000">
                <a:srgbClr val="FFDEA8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太阳形 6">
            <a:hlinkClick r:id="rId4" action="ppaction://hlinksldjump"/>
          </p:cNvPr>
          <p:cNvSpPr/>
          <p:nvPr/>
        </p:nvSpPr>
        <p:spPr>
          <a:xfrm>
            <a:off x="6122035" y="3138805"/>
            <a:ext cx="781685" cy="699770"/>
          </a:xfrm>
          <a:prstGeom prst="sun">
            <a:avLst/>
          </a:prstGeom>
          <a:gradFill>
            <a:gsLst>
              <a:gs pos="25000">
                <a:srgbClr val="FF566A"/>
              </a:gs>
              <a:gs pos="75000">
                <a:srgbClr val="F6AABA"/>
              </a:gs>
              <a:gs pos="0">
                <a:srgbClr val="EB3A48"/>
              </a:gs>
              <a:gs pos="100000">
                <a:srgbClr val="FFCFD9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太阳形 7">
            <a:hlinkClick r:id="rId5" action="ppaction://hlinksldjump"/>
          </p:cNvPr>
          <p:cNvSpPr/>
          <p:nvPr/>
        </p:nvSpPr>
        <p:spPr>
          <a:xfrm>
            <a:off x="4907915" y="1941195"/>
            <a:ext cx="576580" cy="555625"/>
          </a:xfrm>
          <a:prstGeom prst="sun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太阳形 8">
            <a:hlinkClick r:id="rId6" action="ppaction://hlinksldjump"/>
          </p:cNvPr>
          <p:cNvSpPr/>
          <p:nvPr/>
        </p:nvSpPr>
        <p:spPr>
          <a:xfrm>
            <a:off x="6790690" y="2003425"/>
            <a:ext cx="607060" cy="586105"/>
          </a:xfrm>
          <a:prstGeom prst="su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太阳形 9">
            <a:hlinkClick r:id="rId7" action="ppaction://hlinksldjump"/>
          </p:cNvPr>
          <p:cNvSpPr/>
          <p:nvPr/>
        </p:nvSpPr>
        <p:spPr>
          <a:xfrm>
            <a:off x="4763770" y="3838575"/>
            <a:ext cx="864235" cy="823595"/>
          </a:xfrm>
          <a:prstGeom prst="sun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60040" y="2375535"/>
            <a:ext cx="1194435" cy="38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3"/>
                </a:solidFill>
              </a:rPr>
              <a:t>worms</a:t>
            </a:r>
            <a:endParaRPr lang="en-US" altLang="zh-CN">
              <a:solidFill>
                <a:schemeClr val="accent3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47315" y="3947795"/>
            <a:ext cx="86360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birds</a:t>
            </a:r>
            <a:endParaRPr lang="en-US" altLang="zh-CN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76165" y="1678305"/>
            <a:ext cx="751840" cy="262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sun</a:t>
            </a:r>
            <a:endParaRPr lang="en-US" altLang="zh-CN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26860" y="1664970"/>
            <a:ext cx="1367790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25000">
                      <a:srgbClr val="FFD83A"/>
                    </a:gs>
                    <a:gs pos="75000">
                      <a:srgbClr val="FFFD6D"/>
                    </a:gs>
                    <a:gs pos="0">
                      <a:srgbClr val="F8C334"/>
                    </a:gs>
                    <a:gs pos="100000">
                      <a:srgbClr val="FFFEB8"/>
                    </a:gs>
                  </a:gsLst>
                  <a:lin ang="18900000" scaled="1"/>
                </a:gradFill>
              </a:rPr>
              <a:t>flowers</a:t>
            </a:r>
            <a:endParaRPr lang="en-US" altLang="zh-CN">
              <a:gradFill>
                <a:gsLst>
                  <a:gs pos="25000">
                    <a:srgbClr val="FFD83A"/>
                  </a:gs>
                  <a:gs pos="75000">
                    <a:srgbClr val="FFFD6D"/>
                  </a:gs>
                  <a:gs pos="0">
                    <a:srgbClr val="F8C334"/>
                  </a:gs>
                  <a:gs pos="100000">
                    <a:srgbClr val="FFFEB8"/>
                  </a:gs>
                </a:gsLst>
                <a:lin ang="18900000" scaled="1"/>
              </a:gra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39485" y="4762500"/>
            <a:ext cx="103949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26860" y="4762500"/>
            <a:ext cx="1120140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animals</a:t>
            </a:r>
            <a:endParaRPr lang="en-US" altLang="zh-CN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63770" y="3470275"/>
            <a:ext cx="864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leaves</a:t>
            </a:r>
            <a:endParaRPr lang="en-US" altLang="zh-CN">
              <a:solidFill>
                <a:schemeClr val="accent6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62675" y="2794635"/>
            <a:ext cx="1080135" cy="34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plants</a:t>
            </a:r>
            <a:endParaRPr lang="en-US" altLang="zh-CN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075" y="445135"/>
            <a:ext cx="8905240" cy="544322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9156700" y="576199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434195" y="586486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095" y="454025"/>
            <a:ext cx="8914130" cy="48660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228455" y="613219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1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020" y="736600"/>
            <a:ext cx="9013825" cy="53955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17601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1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506095"/>
            <a:ext cx="8827770" cy="56699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03948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35" y="596265"/>
            <a:ext cx="9372600" cy="503809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557385" y="593661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hlinkClick r:id="rId1" action="ppaction://hlinksldjump"/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177165"/>
            <a:ext cx="8636635" cy="5454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629775" y="587502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05" y="648970"/>
            <a:ext cx="9020175" cy="49225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81,4364957,4364888,4364884,4364886,4364878,4364912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928],&quot;65&quot;:[20205081]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resource_record_key" val="{&quot;13&quot;:[4364881,4364957,4364888,4364884,4364886,4364878,4364912,4364928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WPS 演示</Application>
  <PresentationFormat>宽屏</PresentationFormat>
  <Paragraphs>30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what does spring look like?.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B422BD59F0BE4FBAB2202AAF48EAD2A7_13</vt:lpwstr>
  </property>
</Properties>
</file>