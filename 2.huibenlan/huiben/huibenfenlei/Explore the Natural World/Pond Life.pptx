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7" r:id="rId9"/>
  </p:sldIdLst>
  <p:sldSz cx="24384000" cy="157734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7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7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7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6.xml"/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264400" y="3060700"/>
            <a:ext cx="4572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08300" y="12661900"/>
            <a:ext cx="4572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776440" y="13338175"/>
            <a:ext cx="4378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22600" y="12661900"/>
            <a:ext cx="457200" cy="3556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761835" y="13145135"/>
            <a:ext cx="45459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hlinkClick r:id="rId3" action="ppaction://hlinksldjump"/>
              </a:rPr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46400" y="12674600"/>
            <a:ext cx="419100" cy="3683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984085" y="13841730"/>
            <a:ext cx="47809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13100" y="12712700"/>
            <a:ext cx="406400" cy="3048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8973800" y="13525500"/>
            <a:ext cx="531431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>
                <a:hlinkClick r:id="rId3" action="ppaction://hlinksldjump"/>
              </a:rPr>
              <a:t>return</a:t>
            </a:r>
            <a:endParaRPr lang="en-US" altLang="zh-CN" sz="8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71800" y="12712700"/>
            <a:ext cx="3937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768945" y="13634085"/>
            <a:ext cx="33102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1989455" cy="4526280"/>
          </a:xfrm>
        </p:spPr>
        <p:txBody>
          <a:bodyPr/>
          <a:p>
            <a:endParaRPr lang="zh-CN" altLang="en-US"/>
          </a:p>
        </p:txBody>
      </p:sp>
      <p:sp>
        <p:nvSpPr>
          <p:cNvPr id="5" name="椭圆 4">
            <a:hlinkClick r:id="rId1" action="ppaction://hlinksldjump"/>
          </p:cNvPr>
          <p:cNvSpPr/>
          <p:nvPr/>
        </p:nvSpPr>
        <p:spPr>
          <a:xfrm>
            <a:off x="8833485" y="2781300"/>
            <a:ext cx="1478280" cy="14401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>
            <a:hlinkClick r:id="rId2" action="ppaction://hlinksldjump"/>
          </p:cNvPr>
          <p:cNvSpPr/>
          <p:nvPr/>
        </p:nvSpPr>
        <p:spPr>
          <a:xfrm>
            <a:off x="11500485" y="2705100"/>
            <a:ext cx="1478280" cy="14401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3" action="ppaction://hlinksldjump"/>
          </p:cNvPr>
          <p:cNvSpPr/>
          <p:nvPr/>
        </p:nvSpPr>
        <p:spPr>
          <a:xfrm>
            <a:off x="14015085" y="2705100"/>
            <a:ext cx="1478280" cy="14401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4" action="ppaction://hlinksldjump"/>
          </p:cNvPr>
          <p:cNvSpPr/>
          <p:nvPr/>
        </p:nvSpPr>
        <p:spPr>
          <a:xfrm>
            <a:off x="12795885" y="5676900"/>
            <a:ext cx="1478280" cy="144018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3" action="ppaction://hlinksldjump"/>
          </p:cNvPr>
          <p:cNvSpPr/>
          <p:nvPr/>
        </p:nvSpPr>
        <p:spPr>
          <a:xfrm>
            <a:off x="10052685" y="5524500"/>
            <a:ext cx="1478280" cy="144018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512175" y="4345940"/>
            <a:ext cx="27597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/>
              <a:t> plant</a:t>
            </a:r>
            <a:endParaRPr lang="en-US" altLang="zh-CN" sz="4400"/>
          </a:p>
        </p:txBody>
      </p:sp>
      <p:sp>
        <p:nvSpPr>
          <p:cNvPr id="11" name="文本框 10"/>
          <p:cNvSpPr txBox="1"/>
          <p:nvPr/>
        </p:nvSpPr>
        <p:spPr>
          <a:xfrm>
            <a:off x="11652885" y="4404995"/>
            <a:ext cx="17526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/>
              <a:t>fish</a:t>
            </a:r>
            <a:endParaRPr lang="en-US" altLang="zh-CN" sz="4400"/>
          </a:p>
        </p:txBody>
      </p:sp>
      <p:sp>
        <p:nvSpPr>
          <p:cNvPr id="13" name="文本框 12"/>
          <p:cNvSpPr txBox="1"/>
          <p:nvPr/>
        </p:nvSpPr>
        <p:spPr>
          <a:xfrm>
            <a:off x="14097000" y="4508500"/>
            <a:ext cx="2737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snail</a:t>
            </a:r>
            <a:endParaRPr lang="en-US" altLang="zh-CN" sz="3600"/>
          </a:p>
        </p:txBody>
      </p:sp>
      <p:sp>
        <p:nvSpPr>
          <p:cNvPr id="14" name="文本框 13"/>
          <p:cNvSpPr txBox="1"/>
          <p:nvPr/>
        </p:nvSpPr>
        <p:spPr>
          <a:xfrm>
            <a:off x="10205085" y="7200900"/>
            <a:ext cx="1832610" cy="787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400"/>
              <a:t>bug</a:t>
            </a:r>
            <a:endParaRPr lang="en-US" altLang="zh-CN" sz="4400"/>
          </a:p>
        </p:txBody>
      </p:sp>
      <p:sp>
        <p:nvSpPr>
          <p:cNvPr id="15" name="文本框 14"/>
          <p:cNvSpPr txBox="1"/>
          <p:nvPr/>
        </p:nvSpPr>
        <p:spPr>
          <a:xfrm>
            <a:off x="13237845" y="7367905"/>
            <a:ext cx="13106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duck</a:t>
            </a:r>
            <a:endParaRPr lang="en-US" altLang="zh-CN" sz="4000"/>
          </a:p>
        </p:txBody>
      </p:sp>
      <p:sp>
        <p:nvSpPr>
          <p:cNvPr id="16" name="文本框 15"/>
          <p:cNvSpPr txBox="1"/>
          <p:nvPr/>
        </p:nvSpPr>
        <p:spPr>
          <a:xfrm>
            <a:off x="5715000" y="8801100"/>
            <a:ext cx="1219200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8000">
                <a:latin typeface="+mj-ea"/>
                <a:ea typeface="+mj-ea"/>
                <a:sym typeface="+mn-ea"/>
              </a:rPr>
              <a:t>Click on the colored buttons to start getting to know </a:t>
            </a:r>
            <a:r>
              <a:rPr lang="en-US" altLang="zh-CN" sz="8000">
                <a:latin typeface="+mj-ea"/>
                <a:ea typeface="+mj-ea"/>
                <a:sym typeface="+mn-ea"/>
              </a:rPr>
              <a:t>them!</a:t>
            </a:r>
            <a:endParaRPr lang="en-US" altLang="zh-CN" sz="8000"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WPS 演示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8</cp:revision>
  <dcterms:created xsi:type="dcterms:W3CDTF">2006-08-16T00:00:00Z</dcterms:created>
  <dcterms:modified xsi:type="dcterms:W3CDTF">2025-04-17T03:33:28Z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28B137A107D8486C83A0E3ADF1CA474A_12</vt:lpwstr>
  </property>
  <property fmtid="{D5CDD505-2E9C-101B-9397-08002B2CF9AE}" pid="3" name="KSOProductBuildVer">
    <vt:lpwstr>2052-12.1.0.20784</vt:lpwstr>
  </property>
</Properties>
</file>