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2.svg" ContentType="image/svg+xml"/>
  <Override PartName="/ppt/media/image15.svg" ContentType="image/svg+xml"/>
  <Override PartName="/ppt/media/image18.svg" ContentType="image/svg+xml"/>
  <Override PartName="/ppt/media/image21.svg" ContentType="image/svg+xml"/>
  <Override PartName="/ppt/media/image24.svg" ContentType="image/svg+xml"/>
  <Override PartName="/ppt/media/image27.svg" ContentType="image/svg+xml"/>
  <Override PartName="/ppt/media/image30.svg" ContentType="image/svg+xml"/>
  <Override PartName="/ppt/media/image4.svg" ContentType="image/svg+xml"/>
  <Override PartName="/ppt/media/image41.svg" ContentType="image/svg+xml"/>
  <Override PartName="/ppt/media/image43.svg" ContentType="image/svg+xml"/>
  <Override PartName="/ppt/media/image44.svg" ContentType="image/svg+xml"/>
  <Override PartName="/ppt/media/image6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5"/>
  </p:notesMasterIdLst>
  <p:sldIdLst>
    <p:sldId id="267" r:id="rId3"/>
    <p:sldId id="279" r:id="rId4"/>
    <p:sldId id="287" r:id="rId5"/>
    <p:sldId id="288" r:id="rId6"/>
    <p:sldId id="289" r:id="rId7"/>
    <p:sldId id="290" r:id="rId8"/>
    <p:sldId id="291" r:id="rId9"/>
    <p:sldId id="292" r:id="rId10"/>
    <p:sldId id="293" r:id="rId11"/>
    <p:sldId id="294" r:id="rId12"/>
    <p:sldId id="295" r:id="rId13"/>
    <p:sldId id="259" r:id="rId14"/>
    <p:sldId id="300" r:id="rId15"/>
    <p:sldId id="301" r:id="rId16"/>
    <p:sldId id="302" r:id="rId17"/>
    <p:sldId id="303" r:id="rId18"/>
    <p:sldId id="304" r:id="rId19"/>
    <p:sldId id="305" r:id="rId20"/>
    <p:sldId id="306" r:id="rId21"/>
    <p:sldId id="307" r:id="rId22"/>
    <p:sldId id="308" r:id="rId23"/>
    <p:sldId id="309" r:id="rId24"/>
  </p:sldIdLst>
  <p:sldSz cx="6858000" cy="9903460" type="A4"/>
  <p:notesSz cx="6858000" cy="9144000"/>
  <p:custDataLst>
    <p:tags r:id="rId29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0dbbee42-fcd1-4159-83d1-9b1ae4ef8db8}">
          <p14:sldIdLst>
            <p14:sldId id="267"/>
            <p14:sldId id="279"/>
            <p14:sldId id="287"/>
            <p14:sldId id="288"/>
            <p14:sldId id="289"/>
            <p14:sldId id="290"/>
            <p14:sldId id="291"/>
            <p14:sldId id="292"/>
            <p14:sldId id="293"/>
            <p14:sldId id="294"/>
            <p14:sldId id="295"/>
            <p14:sldId id="259"/>
          </p14:sldIdLst>
        </p14:section>
        <p14:section name="无标题节" id="{a4cdbf3f-9c8d-4821-a652-4c7090e30ffd}">
          <p14:sldIdLst>
            <p14:sldId id="300"/>
            <p14:sldId id="301"/>
            <p14:sldId id="302"/>
            <p14:sldId id="303"/>
            <p14:sldId id="304"/>
            <p14:sldId id="305"/>
            <p14:sldId id="306"/>
            <p14:sldId id="307"/>
            <p14:sldId id="308"/>
            <p14:sldId id="30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3113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46464"/>
    <a:srgbClr val="C2C5D4"/>
    <a:srgbClr val="FE7324"/>
    <a:srgbClr val="B97E54"/>
    <a:srgbClr val="E67196"/>
    <a:srgbClr val="7D5A9E"/>
    <a:srgbClr val="498BC9"/>
    <a:srgbClr val="FC011A"/>
    <a:srgbClr val="EDC037"/>
    <a:srgbClr val="789D2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3113"/>
        <p:guide pos="216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9" Type="http://schemas.openxmlformats.org/officeDocument/2006/relationships/tags" Target="tags/tag85.xml"/><Relationship Id="rId28" Type="http://schemas.openxmlformats.org/officeDocument/2006/relationships/tableStyles" Target="tableStyles.xml"/><Relationship Id="rId27" Type="http://schemas.openxmlformats.org/officeDocument/2006/relationships/viewProps" Target="viewProps.xml"/><Relationship Id="rId26" Type="http://schemas.openxmlformats.org/officeDocument/2006/relationships/presProps" Target="presProps.xml"/><Relationship Id="rId25" Type="http://schemas.openxmlformats.org/officeDocument/2006/relationships/notesMaster" Target="notesMasters/notesMaster1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2360461" y="1143000"/>
            <a:ext cx="2137079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674325" y="1320480"/>
            <a:ext cx="5512050" cy="3711901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45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674325" y="5141554"/>
            <a:ext cx="5512050" cy="2126285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1800" spc="2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342225" y="8005827"/>
            <a:ext cx="6170175" cy="1018953"/>
          </a:xfrm>
        </p:spPr>
        <p:txBody>
          <a:bodyPr vert="horz" lIns="90000" tIns="46800" rIns="90000" bIns="46800" rtlCol="0" anchor="ctr" anchorCtr="0">
            <a:noAutofit/>
          </a:bodyPr>
          <a:lstStyle>
            <a:lvl1pPr>
              <a:defRPr sz="4400" u="none" strike="noStrike" kern="1200" cap="none" spc="600" normalizeH="0">
                <a:solidFill>
                  <a:schemeClr val="tx1">
                    <a:lumMod val="85000"/>
                    <a:lumOff val="15000"/>
                  </a:schemeClr>
                </a:solidFill>
                <a:uFillTx/>
              </a:defRPr>
            </a:lvl1pPr>
          </a:lstStyle>
          <a:p>
            <a:pPr lvl="0"/>
            <a:r>
              <a:rPr lang="zh-CN" altLang="en-US" smtClean="0"/>
              <a:t>单击此处编辑母版标题样式</a:t>
            </a:r>
            <a:endParaRPr lang="zh-CN" altLang="en-US" smtClean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342225" y="1049918"/>
            <a:ext cx="6170175" cy="6872735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119825" y="5557453"/>
            <a:ext cx="4369950" cy="1107332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33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119825" y="6664785"/>
            <a:ext cx="4369950" cy="1252896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3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9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342225" y="878587"/>
            <a:ext cx="6170175" cy="1018953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342225" y="2167875"/>
            <a:ext cx="2911950" cy="6857138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3606525" y="2167875"/>
            <a:ext cx="2911950" cy="6857138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342225" y="878587"/>
            <a:ext cx="6170175" cy="1018953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342225" y="2063900"/>
            <a:ext cx="3005100" cy="551066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15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342225" y="2677351"/>
            <a:ext cx="3005100" cy="6347662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3507609" y="2053111"/>
            <a:ext cx="3005100" cy="551066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15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3507609" y="2677351"/>
            <a:ext cx="3005100" cy="6347662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342225" y="878587"/>
            <a:ext cx="6170175" cy="1018953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342225" y="2245856"/>
            <a:ext cx="2943606" cy="6654388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2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3572100" y="2245856"/>
            <a:ext cx="2940300" cy="6654388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2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5757075" y="1320480"/>
            <a:ext cx="587250" cy="726264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1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514350" y="1320480"/>
            <a:ext cx="5157675" cy="7262640"/>
          </a:xfrm>
        </p:spPr>
        <p:txBody>
          <a:bodyPr vert="eaVert" lIns="46800" tIns="46800" rIns="46800" bIns="46800"/>
          <a:lstStyle>
            <a:lvl1pPr marL="171450" indent="-171450">
              <a:spcAft>
                <a:spcPts val="1000"/>
              </a:spcAft>
              <a:defRPr spc="300"/>
            </a:lvl1pPr>
            <a:lvl2pPr marL="514350" indent="-171450">
              <a:defRPr spc="300"/>
            </a:lvl2pPr>
            <a:lvl3pPr marL="857250" indent="-171450">
              <a:defRPr spc="300"/>
            </a:lvl3pPr>
            <a:lvl4pPr marL="1200150" indent="-171450">
              <a:defRPr spc="300"/>
            </a:lvl4pPr>
            <a:lvl5pPr marL="1543050" indent="-17145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342225" y="1117729"/>
            <a:ext cx="6172200" cy="7917681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674325" y="3587131"/>
            <a:ext cx="5512050" cy="1471243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45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674325" y="5141554"/>
            <a:ext cx="5512050" cy="681035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18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342225" y="878587"/>
            <a:ext cx="6170175" cy="1018953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342225" y="2152278"/>
            <a:ext cx="6170175" cy="6872735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344250" y="9118590"/>
            <a:ext cx="1518750" cy="4574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75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2315250" y="9118590"/>
            <a:ext cx="2227500" cy="4574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75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4993650" y="9118590"/>
            <a:ext cx="1518750" cy="4574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75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685800" rtl="0" eaLnBrk="1" fontAlgn="auto" latinLnBrk="0" hangingPunct="1">
        <a:lnSpc>
          <a:spcPct val="100000"/>
        </a:lnSpc>
        <a:spcBef>
          <a:spcPct val="0"/>
        </a:spcBef>
        <a:buNone/>
        <a:defRPr sz="27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35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514350" indent="-171450" algn="l" defTabSz="6858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207135" algn="l"/>
          <a:tab pos="1207135" algn="l"/>
          <a:tab pos="1207135" algn="l"/>
          <a:tab pos="1207135" algn="l"/>
        </a:tabLst>
        <a:defRPr sz="12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857250" indent="-171450" algn="l" defTabSz="6858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2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200150" indent="-171450" algn="l" defTabSz="6858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05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1543050" indent="-171450" algn="l" defTabSz="6858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05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63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64.xml"/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65.xml"/><Relationship Id="rId3" Type="http://schemas.openxmlformats.org/officeDocument/2006/relationships/image" Target="../media/image7.png"/><Relationship Id="rId2" Type="http://schemas.openxmlformats.org/officeDocument/2006/relationships/image" Target="../media/image6.svg"/><Relationship Id="rId1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66.xml"/><Relationship Id="rId3" Type="http://schemas.openxmlformats.org/officeDocument/2006/relationships/image" Target="../media/image10.png"/><Relationship Id="rId2" Type="http://schemas.openxmlformats.org/officeDocument/2006/relationships/image" Target="../media/image9.svg"/><Relationship Id="rId1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67.xml"/><Relationship Id="rId3" Type="http://schemas.openxmlformats.org/officeDocument/2006/relationships/image" Target="../media/image13.png"/><Relationship Id="rId2" Type="http://schemas.openxmlformats.org/officeDocument/2006/relationships/image" Target="../media/image12.svg"/><Relationship Id="rId1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68.xml"/><Relationship Id="rId3" Type="http://schemas.openxmlformats.org/officeDocument/2006/relationships/image" Target="../media/image16.png"/><Relationship Id="rId2" Type="http://schemas.openxmlformats.org/officeDocument/2006/relationships/image" Target="../media/image15.svg"/><Relationship Id="rId1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69.xml"/><Relationship Id="rId3" Type="http://schemas.openxmlformats.org/officeDocument/2006/relationships/image" Target="../media/image19.png"/><Relationship Id="rId2" Type="http://schemas.openxmlformats.org/officeDocument/2006/relationships/image" Target="../media/image18.svg"/><Relationship Id="rId1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70.xml"/><Relationship Id="rId3" Type="http://schemas.openxmlformats.org/officeDocument/2006/relationships/image" Target="../media/image22.png"/><Relationship Id="rId2" Type="http://schemas.openxmlformats.org/officeDocument/2006/relationships/image" Target="../media/image21.svg"/><Relationship Id="rId1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71.xml"/><Relationship Id="rId3" Type="http://schemas.openxmlformats.org/officeDocument/2006/relationships/image" Target="../media/image25.png"/><Relationship Id="rId2" Type="http://schemas.openxmlformats.org/officeDocument/2006/relationships/image" Target="../media/image24.svg"/><Relationship Id="rId1" Type="http://schemas.openxmlformats.org/officeDocument/2006/relationships/image" Target="../media/image23.png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72.xml"/><Relationship Id="rId3" Type="http://schemas.openxmlformats.org/officeDocument/2006/relationships/image" Target="../media/image28.png"/><Relationship Id="rId2" Type="http://schemas.openxmlformats.org/officeDocument/2006/relationships/image" Target="../media/image27.svg"/><Relationship Id="rId1" Type="http://schemas.openxmlformats.org/officeDocument/2006/relationships/image" Target="../media/image26.png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73.xml"/><Relationship Id="rId3" Type="http://schemas.openxmlformats.org/officeDocument/2006/relationships/image" Target="../media/image31.png"/><Relationship Id="rId2" Type="http://schemas.openxmlformats.org/officeDocument/2006/relationships/image" Target="../media/image30.svg"/><Relationship Id="rId1" Type="http://schemas.openxmlformats.org/officeDocument/2006/relationships/image" Target="../media/image29.png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svg"/><Relationship Id="rId8" Type="http://schemas.openxmlformats.org/officeDocument/2006/relationships/image" Target="../media/image34.png"/><Relationship Id="rId7" Type="http://schemas.openxmlformats.org/officeDocument/2006/relationships/slide" Target="slide15.xml"/><Relationship Id="rId6" Type="http://schemas.openxmlformats.org/officeDocument/2006/relationships/image" Target="../media/image6.svg"/><Relationship Id="rId5" Type="http://schemas.openxmlformats.org/officeDocument/2006/relationships/image" Target="../media/image33.png"/><Relationship Id="rId4" Type="http://schemas.openxmlformats.org/officeDocument/2006/relationships/slide" Target="slide14.xml"/><Relationship Id="rId34" Type="http://schemas.openxmlformats.org/officeDocument/2006/relationships/slideLayout" Target="../slideLayouts/slideLayout1.xml"/><Relationship Id="rId33" Type="http://schemas.openxmlformats.org/officeDocument/2006/relationships/tags" Target="../tags/tag74.xml"/><Relationship Id="rId32" Type="http://schemas.openxmlformats.org/officeDocument/2006/relationships/image" Target="../media/image43.svg"/><Relationship Id="rId31" Type="http://schemas.openxmlformats.org/officeDocument/2006/relationships/image" Target="../media/image42.png"/><Relationship Id="rId30" Type="http://schemas.openxmlformats.org/officeDocument/2006/relationships/image" Target="../media/image41.svg"/><Relationship Id="rId3" Type="http://schemas.openxmlformats.org/officeDocument/2006/relationships/image" Target="../media/image4.svg"/><Relationship Id="rId29" Type="http://schemas.openxmlformats.org/officeDocument/2006/relationships/image" Target="../media/image29.png"/><Relationship Id="rId28" Type="http://schemas.openxmlformats.org/officeDocument/2006/relationships/slide" Target="slide22.xml"/><Relationship Id="rId27" Type="http://schemas.openxmlformats.org/officeDocument/2006/relationships/image" Target="../media/image27.svg"/><Relationship Id="rId26" Type="http://schemas.openxmlformats.org/officeDocument/2006/relationships/image" Target="../media/image40.png"/><Relationship Id="rId25" Type="http://schemas.openxmlformats.org/officeDocument/2006/relationships/slide" Target="slide21.xml"/><Relationship Id="rId24" Type="http://schemas.openxmlformats.org/officeDocument/2006/relationships/image" Target="../media/image24.svg"/><Relationship Id="rId23" Type="http://schemas.openxmlformats.org/officeDocument/2006/relationships/image" Target="../media/image39.png"/><Relationship Id="rId22" Type="http://schemas.openxmlformats.org/officeDocument/2006/relationships/slide" Target="slide20.xml"/><Relationship Id="rId21" Type="http://schemas.openxmlformats.org/officeDocument/2006/relationships/image" Target="../media/image21.svg"/><Relationship Id="rId20" Type="http://schemas.openxmlformats.org/officeDocument/2006/relationships/image" Target="../media/image38.png"/><Relationship Id="rId2" Type="http://schemas.openxmlformats.org/officeDocument/2006/relationships/image" Target="../media/image32.png"/><Relationship Id="rId19" Type="http://schemas.openxmlformats.org/officeDocument/2006/relationships/slide" Target="slide19.xml"/><Relationship Id="rId18" Type="http://schemas.openxmlformats.org/officeDocument/2006/relationships/image" Target="../media/image18.svg"/><Relationship Id="rId17" Type="http://schemas.openxmlformats.org/officeDocument/2006/relationships/image" Target="../media/image37.png"/><Relationship Id="rId16" Type="http://schemas.openxmlformats.org/officeDocument/2006/relationships/slide" Target="slide18.xml"/><Relationship Id="rId15" Type="http://schemas.openxmlformats.org/officeDocument/2006/relationships/image" Target="../media/image15.svg"/><Relationship Id="rId14" Type="http://schemas.openxmlformats.org/officeDocument/2006/relationships/image" Target="../media/image36.png"/><Relationship Id="rId13" Type="http://schemas.openxmlformats.org/officeDocument/2006/relationships/slide" Target="slide17.xml"/><Relationship Id="rId12" Type="http://schemas.openxmlformats.org/officeDocument/2006/relationships/image" Target="../media/image12.svg"/><Relationship Id="rId11" Type="http://schemas.openxmlformats.org/officeDocument/2006/relationships/image" Target="../media/image35.png"/><Relationship Id="rId10" Type="http://schemas.openxmlformats.org/officeDocument/2006/relationships/slide" Target="slide16.xml"/><Relationship Id="rId1" Type="http://schemas.openxmlformats.org/officeDocument/2006/relationships/slide" Target="slide13.xml"/></Relationships>
</file>

<file path=ppt/slides/_rels/slide13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75.xml"/><Relationship Id="rId4" Type="http://schemas.openxmlformats.org/officeDocument/2006/relationships/slide" Target="slide12.xml"/><Relationship Id="rId3" Type="http://schemas.openxmlformats.org/officeDocument/2006/relationships/image" Target="../media/image4.svg"/><Relationship Id="rId2" Type="http://schemas.openxmlformats.org/officeDocument/2006/relationships/image" Target="../media/image32.png"/><Relationship Id="rId1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76.xml"/><Relationship Id="rId4" Type="http://schemas.openxmlformats.org/officeDocument/2006/relationships/slide" Target="slide12.xml"/><Relationship Id="rId3" Type="http://schemas.openxmlformats.org/officeDocument/2006/relationships/image" Target="../media/image7.png"/><Relationship Id="rId2" Type="http://schemas.openxmlformats.org/officeDocument/2006/relationships/image" Target="../media/image6.svg"/><Relationship Id="rId1" Type="http://schemas.openxmlformats.org/officeDocument/2006/relationships/image" Target="../media/image33.png"/></Relationships>
</file>

<file path=ppt/slides/_rels/slide15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77.xml"/><Relationship Id="rId4" Type="http://schemas.openxmlformats.org/officeDocument/2006/relationships/slide" Target="slide12.xml"/><Relationship Id="rId3" Type="http://schemas.openxmlformats.org/officeDocument/2006/relationships/image" Target="../media/image10.png"/><Relationship Id="rId2" Type="http://schemas.openxmlformats.org/officeDocument/2006/relationships/image" Target="../media/image9.svg"/><Relationship Id="rId1" Type="http://schemas.openxmlformats.org/officeDocument/2006/relationships/image" Target="../media/image34.png"/></Relationships>
</file>

<file path=ppt/slides/_rels/slide16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78.xml"/><Relationship Id="rId4" Type="http://schemas.openxmlformats.org/officeDocument/2006/relationships/slide" Target="slide12.xml"/><Relationship Id="rId3" Type="http://schemas.openxmlformats.org/officeDocument/2006/relationships/image" Target="../media/image13.png"/><Relationship Id="rId2" Type="http://schemas.openxmlformats.org/officeDocument/2006/relationships/image" Target="../media/image12.svg"/><Relationship Id="rId1" Type="http://schemas.openxmlformats.org/officeDocument/2006/relationships/image" Target="../media/image35.png"/></Relationships>
</file>

<file path=ppt/slides/_rels/slide17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79.xml"/><Relationship Id="rId4" Type="http://schemas.openxmlformats.org/officeDocument/2006/relationships/slide" Target="slide12.xml"/><Relationship Id="rId3" Type="http://schemas.openxmlformats.org/officeDocument/2006/relationships/image" Target="../media/image16.png"/><Relationship Id="rId2" Type="http://schemas.openxmlformats.org/officeDocument/2006/relationships/image" Target="../media/image15.svg"/><Relationship Id="rId1" Type="http://schemas.openxmlformats.org/officeDocument/2006/relationships/image" Target="../media/image36.png"/></Relationships>
</file>

<file path=ppt/slides/_rels/slide18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80.xml"/><Relationship Id="rId4" Type="http://schemas.openxmlformats.org/officeDocument/2006/relationships/slide" Target="slide12.xml"/><Relationship Id="rId3" Type="http://schemas.openxmlformats.org/officeDocument/2006/relationships/image" Target="../media/image19.png"/><Relationship Id="rId2" Type="http://schemas.openxmlformats.org/officeDocument/2006/relationships/image" Target="../media/image18.svg"/><Relationship Id="rId1" Type="http://schemas.openxmlformats.org/officeDocument/2006/relationships/image" Target="../media/image37.png"/></Relationships>
</file>

<file path=ppt/slides/_rels/slide19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81.xml"/><Relationship Id="rId4" Type="http://schemas.openxmlformats.org/officeDocument/2006/relationships/slide" Target="slide12.xml"/><Relationship Id="rId3" Type="http://schemas.openxmlformats.org/officeDocument/2006/relationships/image" Target="../media/image22.png"/><Relationship Id="rId2" Type="http://schemas.openxmlformats.org/officeDocument/2006/relationships/image" Target="../media/image21.svg"/><Relationship Id="rId1" Type="http://schemas.openxmlformats.org/officeDocument/2006/relationships/image" Target="../media/image38.png"/></Relationships>
</file>

<file path=ppt/slides/_rels/slide20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82.xml"/><Relationship Id="rId4" Type="http://schemas.openxmlformats.org/officeDocument/2006/relationships/slide" Target="slide12.xml"/><Relationship Id="rId3" Type="http://schemas.openxmlformats.org/officeDocument/2006/relationships/image" Target="../media/image25.png"/><Relationship Id="rId2" Type="http://schemas.openxmlformats.org/officeDocument/2006/relationships/image" Target="../media/image24.svg"/><Relationship Id="rId1" Type="http://schemas.openxmlformats.org/officeDocument/2006/relationships/image" Target="../media/image39.png"/></Relationships>
</file>

<file path=ppt/slides/_rels/slide2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83.xml"/><Relationship Id="rId4" Type="http://schemas.openxmlformats.org/officeDocument/2006/relationships/slide" Target="slide12.xml"/><Relationship Id="rId3" Type="http://schemas.openxmlformats.org/officeDocument/2006/relationships/image" Target="../media/image28.png"/><Relationship Id="rId2" Type="http://schemas.openxmlformats.org/officeDocument/2006/relationships/image" Target="../media/image27.svg"/><Relationship Id="rId1" Type="http://schemas.openxmlformats.org/officeDocument/2006/relationships/image" Target="../media/image40.png"/></Relationships>
</file>

<file path=ppt/slides/_rels/slide22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84.xml"/><Relationship Id="rId4" Type="http://schemas.openxmlformats.org/officeDocument/2006/relationships/slide" Target="slide12.xml"/><Relationship Id="rId3" Type="http://schemas.openxmlformats.org/officeDocument/2006/relationships/image" Target="../media/image31.png"/><Relationship Id="rId2" Type="http://schemas.openxmlformats.org/officeDocument/2006/relationships/image" Target="../media/image44.svg"/><Relationship Id="rId1" Type="http://schemas.openxmlformats.org/officeDocument/2006/relationships/image" Target="../media/image2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553720" y="8279130"/>
            <a:ext cx="5731510" cy="11049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6600">
                <a:latin typeface="+mj-ea"/>
                <a:ea typeface="+mj-ea"/>
              </a:rPr>
              <a:t>Bird Colors</a:t>
            </a:r>
            <a:endParaRPr lang="en-US" altLang="zh-CN" sz="6600">
              <a:latin typeface="+mj-ea"/>
              <a:ea typeface="+mj-ea"/>
            </a:endParaRPr>
          </a:p>
        </p:txBody>
      </p:sp>
      <p:pic>
        <p:nvPicPr>
          <p:cNvPr id="4" name="图片 3" descr="屏幕截图 2025-03-28 18252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1950" y="393700"/>
            <a:ext cx="6115050" cy="787146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This bird is green.</a:t>
            </a:r>
            <a:endParaRPr lang="en-US" altLang="zh-CN"/>
          </a:p>
        </p:txBody>
      </p:sp>
      <p:pic>
        <p:nvPicPr>
          <p:cNvPr id="5" name="内容占位符 4" descr="屏幕截图 2025-03-28 18254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969010" y="1049655"/>
            <a:ext cx="4915535" cy="6873240"/>
          </a:xfrm>
          <a:prstGeom prst="rect">
            <a:avLst/>
          </a:prstGeom>
        </p:spPr>
      </p:pic>
      <p:pic>
        <p:nvPicPr>
          <p:cNvPr id="8" name="图片 7" descr="羽毛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140000">
            <a:off x="4772660" y="8865235"/>
            <a:ext cx="914400" cy="91440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This bird is yellow.</a:t>
            </a:r>
            <a:endParaRPr lang="en-US" altLang="zh-CN"/>
          </a:p>
        </p:txBody>
      </p:sp>
      <p:pic>
        <p:nvPicPr>
          <p:cNvPr id="8" name="图片 7" descr="羽毛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1140000">
            <a:off x="4772660" y="8865235"/>
            <a:ext cx="914400" cy="914400"/>
          </a:xfrm>
          <a:prstGeom prst="rect">
            <a:avLst/>
          </a:prstGeom>
        </p:spPr>
      </p:pic>
      <p:pic>
        <p:nvPicPr>
          <p:cNvPr id="4" name="内容占位符 3" descr="屏幕截图 2025-03-28 182553"/>
          <p:cNvPicPr>
            <a:picLocks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996315" y="1049655"/>
            <a:ext cx="4861560" cy="687324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This bird is red.</a:t>
            </a:r>
            <a:endParaRPr lang="en-US" altLang="zh-CN"/>
          </a:p>
        </p:txBody>
      </p:sp>
      <p:pic>
        <p:nvPicPr>
          <p:cNvPr id="8" name="图片 7" descr="羽毛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1140000">
            <a:off x="4772660" y="8865235"/>
            <a:ext cx="914400" cy="914400"/>
          </a:xfrm>
          <a:prstGeom prst="rect">
            <a:avLst/>
          </a:prstGeom>
        </p:spPr>
      </p:pic>
      <p:pic>
        <p:nvPicPr>
          <p:cNvPr id="4" name="内容占位符 3" descr="屏幕截图 2025-03-28 182602"/>
          <p:cNvPicPr>
            <a:picLocks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055370" y="1049655"/>
            <a:ext cx="4742815" cy="687324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This bird is blue.</a:t>
            </a:r>
            <a:endParaRPr lang="en-US" altLang="zh-CN"/>
          </a:p>
        </p:txBody>
      </p:sp>
      <p:pic>
        <p:nvPicPr>
          <p:cNvPr id="8" name="图片 7" descr="羽毛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1140000">
            <a:off x="4772660" y="8865235"/>
            <a:ext cx="914400" cy="914400"/>
          </a:xfrm>
          <a:prstGeom prst="rect">
            <a:avLst/>
          </a:prstGeom>
        </p:spPr>
      </p:pic>
      <p:pic>
        <p:nvPicPr>
          <p:cNvPr id="4" name="内容占位符 3" descr="屏幕截图 2025-03-28 182609"/>
          <p:cNvPicPr>
            <a:picLocks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071245" y="1049655"/>
            <a:ext cx="4711700" cy="687324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This bird is purple.</a:t>
            </a:r>
            <a:endParaRPr lang="en-US" altLang="zh-CN"/>
          </a:p>
        </p:txBody>
      </p:sp>
      <p:pic>
        <p:nvPicPr>
          <p:cNvPr id="8" name="图片 7" descr="羽毛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1140000">
            <a:off x="4772660" y="8865235"/>
            <a:ext cx="914400" cy="914400"/>
          </a:xfrm>
          <a:prstGeom prst="rect">
            <a:avLst/>
          </a:prstGeom>
        </p:spPr>
      </p:pic>
      <p:pic>
        <p:nvPicPr>
          <p:cNvPr id="4" name="内容占位符 3" descr="屏幕截图 2025-03-28 182616"/>
          <p:cNvPicPr>
            <a:picLocks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065530" y="1049655"/>
            <a:ext cx="4723130" cy="687324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This bird is pink.</a:t>
            </a:r>
            <a:endParaRPr lang="en-US" altLang="zh-CN"/>
          </a:p>
        </p:txBody>
      </p:sp>
      <p:pic>
        <p:nvPicPr>
          <p:cNvPr id="8" name="图片 7" descr="羽毛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1140000">
            <a:off x="4772660" y="8865235"/>
            <a:ext cx="914400" cy="914400"/>
          </a:xfrm>
          <a:prstGeom prst="rect">
            <a:avLst/>
          </a:prstGeom>
        </p:spPr>
      </p:pic>
      <p:pic>
        <p:nvPicPr>
          <p:cNvPr id="4" name="内容占位符 3" descr="屏幕截图 2025-03-28 182623"/>
          <p:cNvPicPr>
            <a:picLocks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991235" y="1049655"/>
            <a:ext cx="4871085" cy="687324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This bird is brown.</a:t>
            </a:r>
            <a:endParaRPr lang="en-US" altLang="zh-CN"/>
          </a:p>
        </p:txBody>
      </p:sp>
      <p:pic>
        <p:nvPicPr>
          <p:cNvPr id="8" name="图片 7" descr="羽毛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1140000">
            <a:off x="4772660" y="8865235"/>
            <a:ext cx="914400" cy="914400"/>
          </a:xfrm>
          <a:prstGeom prst="rect">
            <a:avLst/>
          </a:prstGeom>
        </p:spPr>
      </p:pic>
      <p:pic>
        <p:nvPicPr>
          <p:cNvPr id="4" name="内容占位符 3" descr="屏幕截图 2025-03-28 182631"/>
          <p:cNvPicPr>
            <a:picLocks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084580" y="1049655"/>
            <a:ext cx="4684395" cy="687324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42265" y="8006080"/>
            <a:ext cx="6453505" cy="1019175"/>
          </a:xfrm>
        </p:spPr>
        <p:txBody>
          <a:bodyPr/>
          <a:p>
            <a:r>
              <a:rPr lang="en-US" altLang="zh-CN"/>
              <a:t>This bird is orange.</a:t>
            </a:r>
            <a:endParaRPr lang="en-US" altLang="zh-CN"/>
          </a:p>
        </p:txBody>
      </p:sp>
      <p:pic>
        <p:nvPicPr>
          <p:cNvPr id="8" name="图片 7" descr="羽毛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1140000">
            <a:off x="4772660" y="8865235"/>
            <a:ext cx="914400" cy="914400"/>
          </a:xfrm>
          <a:prstGeom prst="rect">
            <a:avLst/>
          </a:prstGeom>
        </p:spPr>
      </p:pic>
      <p:pic>
        <p:nvPicPr>
          <p:cNvPr id="4" name="内容占位符 3" descr="屏幕截图 2025-03-28 182639"/>
          <p:cNvPicPr>
            <a:picLocks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045845" y="1049655"/>
            <a:ext cx="4762500" cy="687324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This bird is gray.</a:t>
            </a:r>
            <a:endParaRPr lang="en-US" altLang="zh-CN"/>
          </a:p>
        </p:txBody>
      </p:sp>
      <p:pic>
        <p:nvPicPr>
          <p:cNvPr id="8" name="图片 7" descr="羽毛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1140000">
            <a:off x="4772660" y="8865235"/>
            <a:ext cx="914400" cy="914400"/>
          </a:xfrm>
          <a:prstGeom prst="rect">
            <a:avLst/>
          </a:prstGeom>
        </p:spPr>
      </p:pic>
      <p:pic>
        <p:nvPicPr>
          <p:cNvPr id="4" name="内容占位符 3" descr="屏幕截图 2025-03-28 182645"/>
          <p:cNvPicPr>
            <a:picLocks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066800" y="1049655"/>
            <a:ext cx="4720590" cy="687324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42265" y="8006080"/>
            <a:ext cx="6170295" cy="1459865"/>
          </a:xfrm>
        </p:spPr>
        <p:txBody>
          <a:bodyPr/>
          <a:p>
            <a:r>
              <a:rPr lang="en-US" altLang="zh-CN"/>
              <a:t>This bird is many colors.</a:t>
            </a:r>
            <a:endParaRPr lang="en-US" altLang="zh-CN"/>
          </a:p>
        </p:txBody>
      </p:sp>
      <p:pic>
        <p:nvPicPr>
          <p:cNvPr id="8" name="图片 7" descr="羽毛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1140000">
            <a:off x="4772660" y="8865235"/>
            <a:ext cx="914400" cy="914400"/>
          </a:xfrm>
          <a:prstGeom prst="rect">
            <a:avLst/>
          </a:prstGeom>
        </p:spPr>
      </p:pic>
      <p:pic>
        <p:nvPicPr>
          <p:cNvPr id="4" name="内容占位符 3" descr="屏幕截图 2025-03-28 182651"/>
          <p:cNvPicPr>
            <a:picLocks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047750" y="1049655"/>
            <a:ext cx="4758690" cy="687324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/>
        </p:nvSpPr>
        <p:spPr>
          <a:xfrm>
            <a:off x="191770" y="7318375"/>
            <a:ext cx="6474460" cy="21717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4400">
                <a:latin typeface="+mj-ea"/>
                <a:ea typeface="+mj-ea"/>
                <a:sym typeface="+mn-ea"/>
              </a:rPr>
              <a:t>Click on the “     ” to find the answer!</a:t>
            </a:r>
            <a:endParaRPr lang="en-US" altLang="zh-CN" sz="4400">
              <a:latin typeface="+mj-ea"/>
              <a:ea typeface="+mj-ea"/>
              <a:sym typeface="+mn-ea"/>
            </a:endParaRPr>
          </a:p>
        </p:txBody>
      </p:sp>
      <p:pic>
        <p:nvPicPr>
          <p:cNvPr id="8" name="图片 7" descr="羽毛">
            <a:hlinkClick r:id="rId1" action="ppaction://hlinksldjump"/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20580000">
            <a:off x="1267460" y="1692910"/>
            <a:ext cx="1288415" cy="1288415"/>
          </a:xfrm>
          <a:prstGeom prst="rect">
            <a:avLst/>
          </a:prstGeom>
        </p:spPr>
      </p:pic>
      <p:pic>
        <p:nvPicPr>
          <p:cNvPr id="4" name="图片 3" descr="羽毛">
            <a:hlinkClick r:id="rId4" action="ppaction://hlinksldjump"/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20580000">
            <a:off x="2979420" y="1692910"/>
            <a:ext cx="1288415" cy="1288415"/>
          </a:xfrm>
          <a:prstGeom prst="rect">
            <a:avLst/>
          </a:prstGeom>
        </p:spPr>
      </p:pic>
      <p:pic>
        <p:nvPicPr>
          <p:cNvPr id="5" name="图片 4" descr="羽毛">
            <a:hlinkClick r:id="rId7" action="ppaction://hlinksldjump"/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20580000">
            <a:off x="4691380" y="1692910"/>
            <a:ext cx="1288415" cy="1288415"/>
          </a:xfrm>
          <a:prstGeom prst="rect">
            <a:avLst/>
          </a:prstGeom>
        </p:spPr>
      </p:pic>
      <p:pic>
        <p:nvPicPr>
          <p:cNvPr id="6" name="图片 5" descr="羽毛">
            <a:hlinkClick r:id="rId10" action="ppaction://hlinksldjump"/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20580000">
            <a:off x="411480" y="3571240"/>
            <a:ext cx="1288415" cy="1288415"/>
          </a:xfrm>
          <a:prstGeom prst="rect">
            <a:avLst/>
          </a:prstGeom>
        </p:spPr>
      </p:pic>
      <p:pic>
        <p:nvPicPr>
          <p:cNvPr id="7" name="图片 6" descr="羽毛">
            <a:hlinkClick r:id="rId13" action="ppaction://hlinksldjump"/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 rot="20580000">
            <a:off x="2429510" y="3405505"/>
            <a:ext cx="1288415" cy="1288415"/>
          </a:xfrm>
          <a:prstGeom prst="rect">
            <a:avLst/>
          </a:prstGeom>
        </p:spPr>
      </p:pic>
      <p:pic>
        <p:nvPicPr>
          <p:cNvPr id="10" name="图片 9" descr="羽毛">
            <a:hlinkClick r:id="rId16" action="ppaction://hlinksldjump"/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 rot="20580000">
            <a:off x="4053205" y="3295650"/>
            <a:ext cx="1288415" cy="1288415"/>
          </a:xfrm>
          <a:prstGeom prst="rect">
            <a:avLst/>
          </a:prstGeom>
        </p:spPr>
      </p:pic>
      <p:pic>
        <p:nvPicPr>
          <p:cNvPr id="12" name="图片 11" descr="羽毛">
            <a:hlinkClick r:id="rId19" action="ppaction://hlinksldjump"/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 rot="20580000">
            <a:off x="5461000" y="3405505"/>
            <a:ext cx="1288415" cy="1288415"/>
          </a:xfrm>
          <a:prstGeom prst="rect">
            <a:avLst/>
          </a:prstGeom>
        </p:spPr>
      </p:pic>
      <p:pic>
        <p:nvPicPr>
          <p:cNvPr id="23" name="图片 22" descr="羽毛">
            <a:hlinkClick r:id="rId22" action="ppaction://hlinksldjump"/>
          </p:cNvPr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 rot="20580000">
            <a:off x="1148080" y="5161280"/>
            <a:ext cx="1288415" cy="1288415"/>
          </a:xfrm>
          <a:prstGeom prst="rect">
            <a:avLst/>
          </a:prstGeom>
        </p:spPr>
      </p:pic>
      <p:pic>
        <p:nvPicPr>
          <p:cNvPr id="25" name="图片 24" descr="羽毛">
            <a:hlinkClick r:id="rId25" action="ppaction://hlinksldjump"/>
          </p:cNvPr>
          <p:cNvPicPr>
            <a:picLocks noChangeAspect="1"/>
          </p:cNvPicPr>
          <p:nvPr/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 rot="20580000">
            <a:off x="2979420" y="4979035"/>
            <a:ext cx="1288415" cy="1288415"/>
          </a:xfrm>
          <a:prstGeom prst="rect">
            <a:avLst/>
          </a:prstGeom>
        </p:spPr>
      </p:pic>
      <p:pic>
        <p:nvPicPr>
          <p:cNvPr id="26" name="图片 25" descr="羽毛">
            <a:hlinkClick r:id="rId28" action="ppaction://hlinksldjump"/>
          </p:cNvPr>
          <p:cNvPicPr>
            <a:picLocks noChangeAspect="1"/>
          </p:cNvPicPr>
          <p:nvPr/>
        </p:nvPicPr>
        <p:blipFill>
          <a:blip r:embed="rId29"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 rot="20580000">
            <a:off x="4691380" y="5278120"/>
            <a:ext cx="1288415" cy="1288415"/>
          </a:xfrm>
          <a:prstGeom prst="rect">
            <a:avLst/>
          </a:prstGeom>
        </p:spPr>
      </p:pic>
      <p:sp>
        <p:nvSpPr>
          <p:cNvPr id="27" name="文本框 26"/>
          <p:cNvSpPr txBox="1"/>
          <p:nvPr/>
        </p:nvSpPr>
        <p:spPr>
          <a:xfrm>
            <a:off x="319405" y="140335"/>
            <a:ext cx="6474460" cy="8902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4400">
                <a:latin typeface="+mj-ea"/>
                <a:ea typeface="+mj-ea"/>
              </a:rPr>
              <a:t>Q:What colors are they?</a:t>
            </a:r>
            <a:endParaRPr lang="zh-CN" altLang="en-US" sz="4400">
              <a:latin typeface="+mj-ea"/>
              <a:ea typeface="+mj-ea"/>
            </a:endParaRPr>
          </a:p>
        </p:txBody>
      </p:sp>
      <p:pic>
        <p:nvPicPr>
          <p:cNvPr id="28" name="图片 27" descr="羽毛"/>
          <p:cNvPicPr>
            <a:picLocks noChangeAspect="1"/>
          </p:cNvPicPr>
          <p:nvPr/>
        </p:nvPicPr>
        <p:blipFill>
          <a:blip r:embed="rId31"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 rot="20580000">
            <a:off x="4439285" y="7108825"/>
            <a:ext cx="914400" cy="914400"/>
          </a:xfrm>
          <a:prstGeom prst="rect">
            <a:avLst/>
          </a:prstGeom>
        </p:spPr>
      </p:pic>
    </p:spTree>
    <p:custDataLst>
      <p:tags r:id="rId33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This bird is green.</a:t>
            </a:r>
            <a:endParaRPr lang="en-US" altLang="zh-CN"/>
          </a:p>
        </p:txBody>
      </p:sp>
      <p:pic>
        <p:nvPicPr>
          <p:cNvPr id="5" name="内容占位符 4" descr="屏幕截图 2025-03-28 18254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969010" y="1049655"/>
            <a:ext cx="4915535" cy="6873240"/>
          </a:xfrm>
          <a:prstGeom prst="rect">
            <a:avLst/>
          </a:prstGeom>
        </p:spPr>
      </p:pic>
      <p:pic>
        <p:nvPicPr>
          <p:cNvPr id="8" name="图片 7" descr="羽毛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140000">
            <a:off x="4772660" y="8865235"/>
            <a:ext cx="914400" cy="914400"/>
          </a:xfrm>
          <a:prstGeom prst="rect">
            <a:avLst/>
          </a:prstGeom>
        </p:spPr>
      </p:pic>
      <p:sp>
        <p:nvSpPr>
          <p:cNvPr id="3" name="文本框 2">
            <a:hlinkClick r:id="rId4" action="ppaction://hlinksldjump"/>
          </p:cNvPr>
          <p:cNvSpPr txBox="1"/>
          <p:nvPr/>
        </p:nvSpPr>
        <p:spPr>
          <a:xfrm>
            <a:off x="4891405" y="321310"/>
            <a:ext cx="1737995" cy="645160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p>
            <a:r>
              <a:rPr lang="en-US" altLang="zh-CN" sz="3600" b="1">
                <a:solidFill>
                  <a:schemeClr val="bg1"/>
                </a:solidFill>
              </a:rPr>
              <a:t>Return</a:t>
            </a:r>
            <a:endParaRPr lang="en-US" altLang="zh-CN" sz="3600" b="1">
              <a:solidFill>
                <a:schemeClr val="bg1"/>
              </a:solidFill>
            </a:endParaRPr>
          </a:p>
        </p:txBody>
      </p:sp>
    </p:spTree>
    <p:custDataLst>
      <p:tags r:id="rId5"/>
    </p:custData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This bird is yellow.</a:t>
            </a:r>
            <a:endParaRPr lang="en-US" altLang="zh-CN"/>
          </a:p>
        </p:txBody>
      </p:sp>
      <p:pic>
        <p:nvPicPr>
          <p:cNvPr id="8" name="图片 7" descr="羽毛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1140000">
            <a:off x="4772660" y="8865235"/>
            <a:ext cx="914400" cy="914400"/>
          </a:xfrm>
          <a:prstGeom prst="rect">
            <a:avLst/>
          </a:prstGeom>
        </p:spPr>
      </p:pic>
      <p:pic>
        <p:nvPicPr>
          <p:cNvPr id="4" name="内容占位符 3" descr="屏幕截图 2025-03-28 182553"/>
          <p:cNvPicPr>
            <a:picLocks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996315" y="1049655"/>
            <a:ext cx="4861560" cy="6873240"/>
          </a:xfrm>
          <a:prstGeom prst="rect">
            <a:avLst/>
          </a:prstGeom>
        </p:spPr>
      </p:pic>
      <p:sp>
        <p:nvSpPr>
          <p:cNvPr id="5" name="文本框 4">
            <a:hlinkClick r:id="rId4" action="ppaction://hlinksldjump"/>
          </p:cNvPr>
          <p:cNvSpPr txBox="1"/>
          <p:nvPr/>
        </p:nvSpPr>
        <p:spPr>
          <a:xfrm>
            <a:off x="4891405" y="321310"/>
            <a:ext cx="1737995" cy="645160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p>
            <a:r>
              <a:rPr lang="en-US" altLang="zh-CN" sz="3600" b="1">
                <a:solidFill>
                  <a:schemeClr val="bg1"/>
                </a:solidFill>
              </a:rPr>
              <a:t>Return</a:t>
            </a:r>
            <a:endParaRPr lang="en-US" altLang="zh-CN" sz="3600" b="1">
              <a:solidFill>
                <a:schemeClr val="bg1"/>
              </a:solidFill>
            </a:endParaRPr>
          </a:p>
        </p:txBody>
      </p:sp>
    </p:spTree>
    <p:custDataLst>
      <p:tags r:id="rId5"/>
    </p:custData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This bird is red.</a:t>
            </a:r>
            <a:endParaRPr lang="en-US" altLang="zh-CN"/>
          </a:p>
        </p:txBody>
      </p:sp>
      <p:pic>
        <p:nvPicPr>
          <p:cNvPr id="8" name="图片 7" descr="羽毛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1140000">
            <a:off x="4772660" y="8865235"/>
            <a:ext cx="914400" cy="914400"/>
          </a:xfrm>
          <a:prstGeom prst="rect">
            <a:avLst/>
          </a:prstGeom>
        </p:spPr>
      </p:pic>
      <p:pic>
        <p:nvPicPr>
          <p:cNvPr id="4" name="内容占位符 3" descr="屏幕截图 2025-03-28 182602"/>
          <p:cNvPicPr>
            <a:picLocks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055370" y="1049655"/>
            <a:ext cx="4742815" cy="6873240"/>
          </a:xfrm>
          <a:prstGeom prst="rect">
            <a:avLst/>
          </a:prstGeom>
        </p:spPr>
      </p:pic>
      <p:sp>
        <p:nvSpPr>
          <p:cNvPr id="5" name="文本框 4">
            <a:hlinkClick r:id="rId4" action="ppaction://hlinksldjump"/>
          </p:cNvPr>
          <p:cNvSpPr txBox="1"/>
          <p:nvPr/>
        </p:nvSpPr>
        <p:spPr>
          <a:xfrm>
            <a:off x="4891405" y="321310"/>
            <a:ext cx="1737995" cy="645160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p>
            <a:r>
              <a:rPr lang="en-US" altLang="zh-CN" sz="3600" b="1">
                <a:solidFill>
                  <a:schemeClr val="bg1"/>
                </a:solidFill>
              </a:rPr>
              <a:t>Return</a:t>
            </a:r>
            <a:endParaRPr lang="en-US" altLang="zh-CN" sz="3600" b="1">
              <a:solidFill>
                <a:schemeClr val="bg1"/>
              </a:solidFill>
            </a:endParaRPr>
          </a:p>
        </p:txBody>
      </p:sp>
    </p:spTree>
    <p:custDataLst>
      <p:tags r:id="rId5"/>
    </p:custDataLst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This bird is blue.</a:t>
            </a:r>
            <a:endParaRPr lang="en-US" altLang="zh-CN"/>
          </a:p>
        </p:txBody>
      </p:sp>
      <p:pic>
        <p:nvPicPr>
          <p:cNvPr id="8" name="图片 7" descr="羽毛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1140000">
            <a:off x="4772660" y="8865235"/>
            <a:ext cx="914400" cy="914400"/>
          </a:xfrm>
          <a:prstGeom prst="rect">
            <a:avLst/>
          </a:prstGeom>
        </p:spPr>
      </p:pic>
      <p:pic>
        <p:nvPicPr>
          <p:cNvPr id="4" name="内容占位符 3" descr="屏幕截图 2025-03-28 182609"/>
          <p:cNvPicPr>
            <a:picLocks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071245" y="1049655"/>
            <a:ext cx="4711700" cy="6873240"/>
          </a:xfrm>
          <a:prstGeom prst="rect">
            <a:avLst/>
          </a:prstGeom>
        </p:spPr>
      </p:pic>
      <p:sp>
        <p:nvSpPr>
          <p:cNvPr id="5" name="文本框 4">
            <a:hlinkClick r:id="rId4" action="ppaction://hlinksldjump"/>
          </p:cNvPr>
          <p:cNvSpPr txBox="1"/>
          <p:nvPr/>
        </p:nvSpPr>
        <p:spPr>
          <a:xfrm>
            <a:off x="4891405" y="321310"/>
            <a:ext cx="1737995" cy="645160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p>
            <a:r>
              <a:rPr lang="en-US" altLang="zh-CN" sz="3600" b="1">
                <a:solidFill>
                  <a:schemeClr val="bg1"/>
                </a:solidFill>
              </a:rPr>
              <a:t>Return</a:t>
            </a:r>
            <a:endParaRPr lang="en-US" altLang="zh-CN" sz="3600" b="1">
              <a:solidFill>
                <a:schemeClr val="bg1"/>
              </a:solidFill>
            </a:endParaRPr>
          </a:p>
        </p:txBody>
      </p:sp>
    </p:spTree>
    <p:custDataLst>
      <p:tags r:id="rId5"/>
    </p:custDataLst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This bird is purple.</a:t>
            </a:r>
            <a:endParaRPr lang="en-US" altLang="zh-CN"/>
          </a:p>
        </p:txBody>
      </p:sp>
      <p:pic>
        <p:nvPicPr>
          <p:cNvPr id="8" name="图片 7" descr="羽毛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1140000">
            <a:off x="4772660" y="8865235"/>
            <a:ext cx="914400" cy="914400"/>
          </a:xfrm>
          <a:prstGeom prst="rect">
            <a:avLst/>
          </a:prstGeom>
        </p:spPr>
      </p:pic>
      <p:pic>
        <p:nvPicPr>
          <p:cNvPr id="4" name="内容占位符 3" descr="屏幕截图 2025-03-28 182616"/>
          <p:cNvPicPr>
            <a:picLocks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065530" y="1049655"/>
            <a:ext cx="4723130" cy="6873240"/>
          </a:xfrm>
          <a:prstGeom prst="rect">
            <a:avLst/>
          </a:prstGeom>
        </p:spPr>
      </p:pic>
      <p:sp>
        <p:nvSpPr>
          <p:cNvPr id="5" name="文本框 4">
            <a:hlinkClick r:id="rId4" action="ppaction://hlinksldjump"/>
          </p:cNvPr>
          <p:cNvSpPr txBox="1"/>
          <p:nvPr/>
        </p:nvSpPr>
        <p:spPr>
          <a:xfrm>
            <a:off x="4891405" y="321310"/>
            <a:ext cx="1737995" cy="645160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p>
            <a:r>
              <a:rPr lang="en-US" altLang="zh-CN" sz="3600" b="1">
                <a:solidFill>
                  <a:schemeClr val="bg1"/>
                </a:solidFill>
              </a:rPr>
              <a:t>Return</a:t>
            </a:r>
            <a:endParaRPr lang="en-US" altLang="zh-CN" sz="3600" b="1">
              <a:solidFill>
                <a:schemeClr val="bg1"/>
              </a:solidFill>
            </a:endParaRPr>
          </a:p>
        </p:txBody>
      </p:sp>
    </p:spTree>
    <p:custDataLst>
      <p:tags r:id="rId5"/>
    </p:custDataLst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This bird is pink.</a:t>
            </a:r>
            <a:endParaRPr lang="en-US" altLang="zh-CN"/>
          </a:p>
        </p:txBody>
      </p:sp>
      <p:pic>
        <p:nvPicPr>
          <p:cNvPr id="8" name="图片 7" descr="羽毛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1140000">
            <a:off x="4772660" y="8865235"/>
            <a:ext cx="914400" cy="914400"/>
          </a:xfrm>
          <a:prstGeom prst="rect">
            <a:avLst/>
          </a:prstGeom>
        </p:spPr>
      </p:pic>
      <p:pic>
        <p:nvPicPr>
          <p:cNvPr id="4" name="内容占位符 3" descr="屏幕截图 2025-03-28 182623"/>
          <p:cNvPicPr>
            <a:picLocks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991235" y="1049655"/>
            <a:ext cx="4871085" cy="6873240"/>
          </a:xfrm>
          <a:prstGeom prst="rect">
            <a:avLst/>
          </a:prstGeom>
        </p:spPr>
      </p:pic>
      <p:sp>
        <p:nvSpPr>
          <p:cNvPr id="5" name="文本框 4">
            <a:hlinkClick r:id="rId4" action="ppaction://hlinksldjump"/>
          </p:cNvPr>
          <p:cNvSpPr txBox="1"/>
          <p:nvPr/>
        </p:nvSpPr>
        <p:spPr>
          <a:xfrm>
            <a:off x="4891405" y="321310"/>
            <a:ext cx="1737995" cy="645160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p>
            <a:r>
              <a:rPr lang="en-US" altLang="zh-CN" sz="3600" b="1">
                <a:solidFill>
                  <a:schemeClr val="bg1"/>
                </a:solidFill>
              </a:rPr>
              <a:t>Return</a:t>
            </a:r>
            <a:endParaRPr lang="en-US" altLang="zh-CN" sz="3600" b="1">
              <a:solidFill>
                <a:schemeClr val="bg1"/>
              </a:solidFill>
            </a:endParaRPr>
          </a:p>
        </p:txBody>
      </p:sp>
    </p:spTree>
    <p:custDataLst>
      <p:tags r:id="rId5"/>
    </p:custDataLst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This bird is brown.</a:t>
            </a:r>
            <a:endParaRPr lang="en-US" altLang="zh-CN"/>
          </a:p>
        </p:txBody>
      </p:sp>
      <p:pic>
        <p:nvPicPr>
          <p:cNvPr id="8" name="图片 7" descr="羽毛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1140000">
            <a:off x="4772660" y="8865235"/>
            <a:ext cx="914400" cy="914400"/>
          </a:xfrm>
          <a:prstGeom prst="rect">
            <a:avLst/>
          </a:prstGeom>
        </p:spPr>
      </p:pic>
      <p:pic>
        <p:nvPicPr>
          <p:cNvPr id="4" name="内容占位符 3" descr="屏幕截图 2025-03-28 182631"/>
          <p:cNvPicPr>
            <a:picLocks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084580" y="1049655"/>
            <a:ext cx="4684395" cy="6873240"/>
          </a:xfrm>
          <a:prstGeom prst="rect">
            <a:avLst/>
          </a:prstGeom>
        </p:spPr>
      </p:pic>
      <p:sp>
        <p:nvSpPr>
          <p:cNvPr id="5" name="文本框 4">
            <a:hlinkClick r:id="rId4" action="ppaction://hlinksldjump"/>
          </p:cNvPr>
          <p:cNvSpPr txBox="1"/>
          <p:nvPr/>
        </p:nvSpPr>
        <p:spPr>
          <a:xfrm>
            <a:off x="4891405" y="321310"/>
            <a:ext cx="1737995" cy="645160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p>
            <a:r>
              <a:rPr lang="en-US" altLang="zh-CN" sz="3600" b="1">
                <a:solidFill>
                  <a:schemeClr val="bg1"/>
                </a:solidFill>
              </a:rPr>
              <a:t>Return</a:t>
            </a:r>
            <a:endParaRPr lang="en-US" altLang="zh-CN" sz="3600" b="1">
              <a:solidFill>
                <a:schemeClr val="bg1"/>
              </a:solidFill>
            </a:endParaRPr>
          </a:p>
        </p:txBody>
      </p:sp>
    </p:spTree>
    <p:custDataLst>
      <p:tags r:id="rId5"/>
    </p:custDataLst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42265" y="8006080"/>
            <a:ext cx="6453505" cy="1019175"/>
          </a:xfrm>
        </p:spPr>
        <p:txBody>
          <a:bodyPr/>
          <a:p>
            <a:r>
              <a:rPr lang="en-US" altLang="zh-CN"/>
              <a:t>This bird is orange.</a:t>
            </a:r>
            <a:endParaRPr lang="en-US" altLang="zh-CN"/>
          </a:p>
        </p:txBody>
      </p:sp>
      <p:pic>
        <p:nvPicPr>
          <p:cNvPr id="8" name="图片 7" descr="羽毛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1140000">
            <a:off x="4772660" y="8865235"/>
            <a:ext cx="914400" cy="914400"/>
          </a:xfrm>
          <a:prstGeom prst="rect">
            <a:avLst/>
          </a:prstGeom>
        </p:spPr>
      </p:pic>
      <p:pic>
        <p:nvPicPr>
          <p:cNvPr id="4" name="内容占位符 3" descr="屏幕截图 2025-03-28 182639"/>
          <p:cNvPicPr>
            <a:picLocks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045845" y="1049655"/>
            <a:ext cx="4762500" cy="6873240"/>
          </a:xfrm>
          <a:prstGeom prst="rect">
            <a:avLst/>
          </a:prstGeom>
        </p:spPr>
      </p:pic>
      <p:sp>
        <p:nvSpPr>
          <p:cNvPr id="5" name="文本框 4">
            <a:hlinkClick r:id="rId4" action="ppaction://hlinksldjump"/>
          </p:cNvPr>
          <p:cNvSpPr txBox="1"/>
          <p:nvPr/>
        </p:nvSpPr>
        <p:spPr>
          <a:xfrm>
            <a:off x="4891405" y="321310"/>
            <a:ext cx="1737995" cy="645160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p>
            <a:r>
              <a:rPr lang="en-US" altLang="zh-CN" sz="3600" b="1">
                <a:solidFill>
                  <a:schemeClr val="bg1"/>
                </a:solidFill>
              </a:rPr>
              <a:t>Return</a:t>
            </a:r>
            <a:endParaRPr lang="en-US" altLang="zh-CN" sz="3600" b="1">
              <a:solidFill>
                <a:schemeClr val="bg1"/>
              </a:solidFill>
            </a:endParaRPr>
          </a:p>
        </p:txBody>
      </p:sp>
    </p:spTree>
    <p:custDataLst>
      <p:tags r:id="rId5"/>
    </p:custDataLst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This bird is gray.</a:t>
            </a:r>
            <a:endParaRPr lang="en-US" altLang="zh-CN"/>
          </a:p>
        </p:txBody>
      </p:sp>
      <p:pic>
        <p:nvPicPr>
          <p:cNvPr id="8" name="图片 7" descr="羽毛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1140000">
            <a:off x="4772660" y="8865235"/>
            <a:ext cx="914400" cy="914400"/>
          </a:xfrm>
          <a:prstGeom prst="rect">
            <a:avLst/>
          </a:prstGeom>
        </p:spPr>
      </p:pic>
      <p:pic>
        <p:nvPicPr>
          <p:cNvPr id="4" name="内容占位符 3" descr="屏幕截图 2025-03-28 182645"/>
          <p:cNvPicPr>
            <a:picLocks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066800" y="1049655"/>
            <a:ext cx="4720590" cy="6873240"/>
          </a:xfrm>
          <a:prstGeom prst="rect">
            <a:avLst/>
          </a:prstGeom>
        </p:spPr>
      </p:pic>
      <p:sp>
        <p:nvSpPr>
          <p:cNvPr id="5" name="文本框 4">
            <a:hlinkClick r:id="rId4" action="ppaction://hlinksldjump"/>
          </p:cNvPr>
          <p:cNvSpPr txBox="1"/>
          <p:nvPr/>
        </p:nvSpPr>
        <p:spPr>
          <a:xfrm>
            <a:off x="4891405" y="321310"/>
            <a:ext cx="1737995" cy="645160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p>
            <a:r>
              <a:rPr lang="en-US" altLang="zh-CN" sz="3600" b="1">
                <a:solidFill>
                  <a:schemeClr val="bg1"/>
                </a:solidFill>
              </a:rPr>
              <a:t>Return</a:t>
            </a:r>
            <a:endParaRPr lang="en-US" altLang="zh-CN" sz="3600" b="1">
              <a:solidFill>
                <a:schemeClr val="bg1"/>
              </a:solidFill>
            </a:endParaRPr>
          </a:p>
        </p:txBody>
      </p:sp>
    </p:spTree>
    <p:custDataLst>
      <p:tags r:id="rId5"/>
    </p:custDataLst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42265" y="8006080"/>
            <a:ext cx="6170295" cy="1459865"/>
          </a:xfrm>
        </p:spPr>
        <p:txBody>
          <a:bodyPr/>
          <a:p>
            <a:r>
              <a:rPr lang="en-US" altLang="zh-CN"/>
              <a:t>This bird is many colors.</a:t>
            </a:r>
            <a:endParaRPr lang="en-US" altLang="zh-CN"/>
          </a:p>
        </p:txBody>
      </p:sp>
      <p:pic>
        <p:nvPicPr>
          <p:cNvPr id="8" name="图片 7" descr="羽毛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1140000">
            <a:off x="4772660" y="8865235"/>
            <a:ext cx="914400" cy="914400"/>
          </a:xfrm>
          <a:prstGeom prst="rect">
            <a:avLst/>
          </a:prstGeom>
        </p:spPr>
      </p:pic>
      <p:pic>
        <p:nvPicPr>
          <p:cNvPr id="4" name="内容占位符 3" descr="屏幕截图 2025-03-28 182651"/>
          <p:cNvPicPr>
            <a:picLocks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047750" y="1049655"/>
            <a:ext cx="4758690" cy="6873240"/>
          </a:xfrm>
          <a:prstGeom prst="rect">
            <a:avLst/>
          </a:prstGeom>
        </p:spPr>
      </p:pic>
      <p:sp>
        <p:nvSpPr>
          <p:cNvPr id="5" name="文本框 4">
            <a:hlinkClick r:id="rId4" action="ppaction://hlinksldjump"/>
          </p:cNvPr>
          <p:cNvSpPr txBox="1"/>
          <p:nvPr/>
        </p:nvSpPr>
        <p:spPr>
          <a:xfrm>
            <a:off x="4891405" y="321310"/>
            <a:ext cx="1737995" cy="645160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p>
            <a:r>
              <a:rPr lang="en-US" altLang="zh-CN" sz="3600" b="1">
                <a:solidFill>
                  <a:schemeClr val="bg1"/>
                </a:solidFill>
              </a:rPr>
              <a:t>Return</a:t>
            </a:r>
            <a:endParaRPr lang="en-US" altLang="zh-CN" sz="3600" b="1">
              <a:solidFill>
                <a:schemeClr val="bg1"/>
              </a:solidFill>
            </a:endParaRPr>
          </a:p>
        </p:txBody>
      </p:sp>
    </p:spTree>
    <p:custDataLst>
      <p:tags r:id="rId5"/>
    </p:custDataLst>
  </p:cSld>
  <p:clrMapOvr>
    <a:masterClrMapping/>
  </p:clrMapOvr>
  <p:transition/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  <p:tag name="resource_record_key" val="{&quot;10&quot;:[21577939,21578031,50026982],&quot;65&quot;:[20205081]}"/>
</p:tagLst>
</file>

<file path=ppt/tags/tag6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  <p:tag name="resource_record_key" val="{&quot;10&quot;:[21577939,21578031,50026982],&quot;65&quot;:[20205081]}"/>
</p:tagLst>
</file>

<file path=ppt/tags/tag6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  <p:tag name="resource_record_key" val="{&quot;10&quot;:[21577939,21578031,50026982],&quot;65&quot;:[20205081]}"/>
</p:tagLst>
</file>

<file path=ppt/tags/tag6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  <p:tag name="resource_record_key" val="{&quot;10&quot;:[21577939,21578031,50026982],&quot;65&quot;:[20205081]}"/>
</p:tagLst>
</file>

<file path=ppt/tags/tag6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  <p:tag name="resource_record_key" val="{&quot;10&quot;:[21577939,21578031,50026982],&quot;65&quot;:[20205081]}"/>
</p:tagLst>
</file>

<file path=ppt/tags/tag6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  <p:tag name="resource_record_key" val="{&quot;10&quot;:[21577939,21578031,50026982],&quot;65&quot;:[20205081]}"/>
</p:tagLst>
</file>

<file path=ppt/tags/tag7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  <p:tag name="resource_record_key" val="{&quot;10&quot;:[21577939,21578031,50026982],&quot;65&quot;:[20205081]}"/>
</p:tagLst>
</file>

<file path=ppt/tags/tag7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  <p:tag name="resource_record_key" val="{&quot;10&quot;:[21577939,21578031,50026982],&quot;65&quot;:[20205081]}"/>
</p:tagLst>
</file>

<file path=ppt/tags/tag7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  <p:tag name="resource_record_key" val="{&quot;10&quot;:[21577939,21578031,50026982],&quot;65&quot;:[20205081]}"/>
</p:tagLst>
</file>

<file path=ppt/tags/tag7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  <p:tag name="resource_record_key" val="{&quot;10&quot;:[21577939,21578031,50026982],&quot;65&quot;:[20205081]}"/>
</p:tagLst>
</file>

<file path=ppt/tags/tag74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  <p:tag name="resource_record_key" val="{&quot;10&quot;:[21577939,21578031,50026982],&quot;65&quot;:[20205081]}"/>
</p:tagLst>
</file>

<file path=ppt/tags/tag7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  <p:tag name="resource_record_key" val="{&quot;10&quot;:[21577939,21578031,50026982],&quot;65&quot;:[20205081]}"/>
</p:tagLst>
</file>

<file path=ppt/tags/tag7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  <p:tag name="resource_record_key" val="{&quot;10&quot;:[21577939,21578031,50026982],&quot;65&quot;:[20205081]}"/>
</p:tagLst>
</file>

<file path=ppt/tags/tag7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  <p:tag name="resource_record_key" val="{&quot;10&quot;:[21577939,21578031,50026982],&quot;65&quot;:[20205081]}"/>
</p:tagLst>
</file>

<file path=ppt/tags/tag7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  <p:tag name="resource_record_key" val="{&quot;10&quot;:[21577939,21578031,50026982],&quot;65&quot;:[20205081]}"/>
</p:tagLst>
</file>

<file path=ppt/tags/tag8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  <p:tag name="resource_record_key" val="{&quot;10&quot;:[21577939,21578031,50026982],&quot;65&quot;:[20205081]}"/>
</p:tagLst>
</file>

<file path=ppt/tags/tag8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  <p:tag name="resource_record_key" val="{&quot;10&quot;:[21577939,21578031,50026982],&quot;65&quot;:[20205081]}"/>
</p:tagLst>
</file>

<file path=ppt/tags/tag8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  <p:tag name="resource_record_key" val="{&quot;10&quot;:[21577939,21578031,50026982],&quot;65&quot;:[20205081]}"/>
</p:tagLst>
</file>

<file path=ppt/tags/tag8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  <p:tag name="resource_record_key" val="{&quot;10&quot;:[21577939,21578031,50026982],&quot;65&quot;:[20205081]}"/>
</p:tagLst>
</file>

<file path=ppt/tags/tag8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  <p:tag name="resource_record_key" val="{&quot;10&quot;:[21577939,21578031,50026982],&quot;65&quot;:[20205081]}"/>
</p:tagLst>
</file>

<file path=ppt/tags/tag85.xml><?xml version="1.0" encoding="utf-8"?>
<p:tagLst xmlns:p="http://schemas.openxmlformats.org/presentationml/2006/main">
  <p:tag name="resource_record_key" val="{&quot;10&quot;:[21577939,21578031,50026982],&quot;65&quot;:[20205081]}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522</Words>
  <Application>WPS 演示</Application>
  <PresentationFormat>宽屏</PresentationFormat>
  <Paragraphs>66</Paragraphs>
  <Slides>22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22</vt:i4>
      </vt:variant>
    </vt:vector>
  </HeadingPairs>
  <TitlesOfParts>
    <vt:vector size="29" baseType="lpstr">
      <vt:lpstr>Arial</vt:lpstr>
      <vt:lpstr>宋体</vt:lpstr>
      <vt:lpstr>Wingdings</vt:lpstr>
      <vt:lpstr>Wingdings</vt:lpstr>
      <vt:lpstr>微软雅黑</vt:lpstr>
      <vt:lpstr>Arial Unicode MS</vt:lpstr>
      <vt:lpstr>WPS</vt:lpstr>
      <vt:lpstr>PowerPoint 演示文稿</vt:lpstr>
      <vt:lpstr>This bird is green.</vt:lpstr>
      <vt:lpstr>This bird is yellow.</vt:lpstr>
      <vt:lpstr>This bird is red.</vt:lpstr>
      <vt:lpstr>This bird is blue.</vt:lpstr>
      <vt:lpstr>This bird is purple.</vt:lpstr>
      <vt:lpstr>This bird is pink.</vt:lpstr>
      <vt:lpstr>This bird is brown.</vt:lpstr>
      <vt:lpstr>This bird is orange.</vt:lpstr>
      <vt:lpstr>This bird is gray.</vt:lpstr>
      <vt:lpstr>This bird is many colors.</vt:lpstr>
      <vt:lpstr>PowerPoint 演示文稿</vt:lpstr>
      <vt:lpstr>This bird is green.</vt:lpstr>
      <vt:lpstr>This bird is yellow.</vt:lpstr>
      <vt:lpstr>This bird is red.</vt:lpstr>
      <vt:lpstr>This bird is blue.</vt:lpstr>
      <vt:lpstr>This bird is purple.</vt:lpstr>
      <vt:lpstr>This bird is pink.</vt:lpstr>
      <vt:lpstr>This bird is brown.</vt:lpstr>
      <vt:lpstr>This bird is orange.</vt:lpstr>
      <vt:lpstr>This bird is gray.</vt:lpstr>
      <vt:lpstr>This bird is many colors.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Linda.璽</cp:lastModifiedBy>
  <cp:revision>163</cp:revision>
  <dcterms:created xsi:type="dcterms:W3CDTF">2019-06-19T02:08:00Z</dcterms:created>
  <dcterms:modified xsi:type="dcterms:W3CDTF">2025-04-13T01:40:49Z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2052-12.1.0.20784</vt:lpwstr>
  </property>
  <property fmtid="{D5CDD505-2E9C-101B-9397-08002B2CF9AE}" pid="3" name="ICV">
    <vt:lpwstr>83B536A5E9974C32B42FC312A2FCD06F_11</vt:lpwstr>
  </property>
</Properties>
</file>