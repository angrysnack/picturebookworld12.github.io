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slide" Target="slide8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77390" y="407035"/>
            <a:ext cx="8237220" cy="1824355"/>
          </a:xfrm>
        </p:spPr>
        <p:txBody>
          <a:bodyPr/>
          <a:p>
            <a:r>
              <a:rPr lang="en-US" altLang="zh-CN" sz="6600" b="1">
                <a:sym typeface="+mn-ea"/>
              </a:rPr>
              <a:t>Maria Counts Pumkins.</a:t>
            </a:r>
            <a:endParaRPr lang="en-US" altLang="zh-CN" sz="6600" b="1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Maria has one pumkin.</a:t>
            </a:r>
            <a:endParaRPr lang="zh-CN" altLang="en-US"/>
          </a:p>
        </p:txBody>
      </p:sp>
      <p:pic>
        <p:nvPicPr>
          <p:cNvPr id="4" name="图片 3" descr="屏幕截图 2025-03-30 2007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231390"/>
            <a:ext cx="7437120" cy="38347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33575" y="4457700"/>
            <a:ext cx="8237220" cy="1824355"/>
          </a:xfrm>
        </p:spPr>
        <p:txBody>
          <a:bodyPr/>
          <a:p>
            <a:r>
              <a:rPr lang="en-US" altLang="zh-CN" sz="4800">
                <a:sym typeface="+mn-ea"/>
              </a:rPr>
              <a:t>Maria has one pumkin.</a:t>
            </a:r>
            <a:endParaRPr lang="en-US" altLang="zh-CN" sz="4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Maria has one pumkin.</a:t>
            </a:r>
            <a:endParaRPr lang="zh-CN" altLang="en-US"/>
          </a:p>
        </p:txBody>
      </p:sp>
      <p:pic>
        <p:nvPicPr>
          <p:cNvPr id="4" name="图片 3" descr="屏幕截图 2025-03-30 2007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935355"/>
            <a:ext cx="7437120" cy="3834765"/>
          </a:xfrm>
          <a:prstGeom prst="rect">
            <a:avLst/>
          </a:prstGeom>
        </p:spPr>
      </p:pic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10170795" y="601599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1080" y="509714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                 Maria has two pumkins.</a:t>
            </a:r>
            <a:endParaRPr lang="zh-CN" altLang="en-US"/>
          </a:p>
        </p:txBody>
      </p:sp>
      <p:pic>
        <p:nvPicPr>
          <p:cNvPr id="4" name="内容占位符 3" descr="屏幕截图 2025-03-30 20102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97760" y="786765"/>
            <a:ext cx="7397115" cy="3806190"/>
          </a:xfrm>
          <a:prstGeom prst="rect">
            <a:avLst/>
          </a:prstGeom>
        </p:spPr>
      </p:pic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10170795" y="601599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3035" y="510476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             Maria has three pumkins.</a:t>
            </a:r>
            <a:endParaRPr lang="zh-CN" altLang="en-US"/>
          </a:p>
        </p:txBody>
      </p:sp>
      <p:pic>
        <p:nvPicPr>
          <p:cNvPr id="4" name="内容占位符 3" descr="屏幕截图 2025-03-30 20130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46300" y="948055"/>
            <a:ext cx="7672705" cy="3875405"/>
          </a:xfrm>
          <a:prstGeom prst="rect">
            <a:avLst/>
          </a:prstGeom>
        </p:spPr>
      </p:pic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10170795" y="601599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4270" y="547941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             Maria has four pumkins.</a:t>
            </a:r>
            <a:endParaRPr lang="zh-CN" altLang="en-US"/>
          </a:p>
        </p:txBody>
      </p:sp>
      <p:pic>
        <p:nvPicPr>
          <p:cNvPr id="4" name="内容占位符 3" descr="屏幕截图 2025-03-30 20144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16430" y="720725"/>
            <a:ext cx="8241665" cy="4209415"/>
          </a:xfrm>
          <a:prstGeom prst="rect">
            <a:avLst/>
          </a:prstGeom>
        </p:spPr>
      </p:pic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10170795" y="601599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355" y="503872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                Maria has five pumkins.</a:t>
            </a:r>
            <a:endParaRPr lang="zh-CN" altLang="en-US"/>
          </a:p>
        </p:txBody>
      </p:sp>
      <p:pic>
        <p:nvPicPr>
          <p:cNvPr id="4" name="内容占位符 3" descr="屏幕截图 2025-03-30 20154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58645" y="473710"/>
            <a:ext cx="8321675" cy="4272915"/>
          </a:xfrm>
          <a:prstGeom prst="rect">
            <a:avLst/>
          </a:prstGeom>
        </p:spPr>
      </p:pic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10170795" y="601599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5315" y="533590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                  Maria has six pumkins.</a:t>
            </a:r>
            <a:endParaRPr lang="zh-CN" altLang="en-US"/>
          </a:p>
        </p:txBody>
      </p:sp>
      <p:pic>
        <p:nvPicPr>
          <p:cNvPr id="4" name="内容占位符 3" descr="屏幕截图 2025-03-30 20164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27480" y="608330"/>
            <a:ext cx="8284210" cy="4189730"/>
          </a:xfrm>
          <a:prstGeom prst="rect">
            <a:avLst/>
          </a:prstGeom>
        </p:spPr>
      </p:pic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10170795" y="601599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165" y="5231130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            Maria has seven pumkins.</a:t>
            </a:r>
            <a:endParaRPr lang="zh-CN" altLang="en-US">
              <a:sym typeface="+mn-ea"/>
            </a:endParaRPr>
          </a:p>
        </p:txBody>
      </p:sp>
      <p:pic>
        <p:nvPicPr>
          <p:cNvPr id="4" name="内容占位符 3" descr="屏幕截图 2025-03-30 20174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99285" y="675640"/>
            <a:ext cx="8516620" cy="4290060"/>
          </a:xfrm>
          <a:prstGeom prst="rect">
            <a:avLst/>
          </a:prstGeom>
        </p:spPr>
      </p:pic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10170795" y="601599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980" y="5298440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             Maria has too many pumkins.</a:t>
            </a:r>
            <a:endParaRPr lang="en-US" altLang="zh-CN">
              <a:sym typeface="+mn-ea"/>
            </a:endParaRPr>
          </a:p>
        </p:txBody>
      </p:sp>
      <p:pic>
        <p:nvPicPr>
          <p:cNvPr id="4" name="内容占位符 3" descr="屏幕截图 2025-03-30 20184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15795" y="638175"/>
            <a:ext cx="8279130" cy="4259580"/>
          </a:xfrm>
          <a:prstGeom prst="rect">
            <a:avLst/>
          </a:prstGeom>
        </p:spPr>
      </p:pic>
      <p:sp>
        <p:nvSpPr>
          <p:cNvPr id="6" name="圆角矩形 5">
            <a:hlinkClick r:id="rId2" action="ppaction://hlinksldjump"/>
          </p:cNvPr>
          <p:cNvSpPr/>
          <p:nvPr/>
        </p:nvSpPr>
        <p:spPr>
          <a:xfrm>
            <a:off x="10170795" y="601599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7230" y="4676140"/>
            <a:ext cx="10515600" cy="1325563"/>
          </a:xfrm>
        </p:spPr>
        <p:txBody>
          <a:bodyPr>
            <a:normAutofit fontScale="90000"/>
          </a:bodyPr>
          <a:p>
            <a:r>
              <a:rPr lang="en-US" altLang="zh-CN">
                <a:latin typeface="+mj-ea"/>
                <a:sym typeface="+mn-ea"/>
              </a:rPr>
              <a:t>Click on the colored buttons to start getting to know the numbers!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olidFill>
                  <a:srgbClr val="4874CB"/>
                </a:solidFill>
                <a:latin typeface="+mj-ea"/>
                <a:ea typeface="+mj-ea"/>
                <a:sym typeface="+mn-ea"/>
              </a:rPr>
              <a:t>      one</a:t>
            </a:r>
            <a:endParaRPr lang="en-US" altLang="zh-CN">
              <a:solidFill>
                <a:srgbClr val="4874CB"/>
              </a:solidFill>
              <a:latin typeface="+mj-ea"/>
              <a:ea typeface="+mj-ea"/>
            </a:endParaRPr>
          </a:p>
          <a:p>
            <a:endParaRPr lang="zh-CN" altLang="en-US"/>
          </a:p>
        </p:txBody>
      </p:sp>
      <p:sp>
        <p:nvSpPr>
          <p:cNvPr id="4" name="椭圆 3">
            <a:hlinkClick r:id="rId1" action="ppaction://hlinksldjump"/>
          </p:cNvPr>
          <p:cNvSpPr/>
          <p:nvPr/>
        </p:nvSpPr>
        <p:spPr>
          <a:xfrm>
            <a:off x="1889125" y="2237105"/>
            <a:ext cx="548005" cy="5670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椭圆 15">
            <a:hlinkClick r:id="rId2" action="ppaction://hlinksldjump"/>
          </p:cNvPr>
          <p:cNvSpPr/>
          <p:nvPr/>
        </p:nvSpPr>
        <p:spPr>
          <a:xfrm>
            <a:off x="3550285" y="2286000"/>
            <a:ext cx="548005" cy="5670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69640" y="176403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rgbClr val="30C0B4"/>
                </a:solidFill>
                <a:latin typeface="+mj-ea"/>
                <a:ea typeface="+mj-ea"/>
                <a:sym typeface="+mn-ea"/>
              </a:rPr>
              <a:t>two</a:t>
            </a:r>
            <a:endParaRPr lang="en-US" altLang="zh-CN" sz="2800">
              <a:solidFill>
                <a:srgbClr val="30C0B4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6" name="椭圆 5">
            <a:hlinkClick r:id="rId3" action="ppaction://hlinksldjump"/>
          </p:cNvPr>
          <p:cNvSpPr/>
          <p:nvPr/>
        </p:nvSpPr>
        <p:spPr>
          <a:xfrm>
            <a:off x="5085080" y="2237105"/>
            <a:ext cx="548005" cy="5670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4" action="ppaction://hlinksldjump"/>
          </p:cNvPr>
          <p:cNvSpPr/>
          <p:nvPr/>
        </p:nvSpPr>
        <p:spPr>
          <a:xfrm>
            <a:off x="6797040" y="2237105"/>
            <a:ext cx="548005" cy="5670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5" action="ppaction://hlinksldjump"/>
          </p:cNvPr>
          <p:cNvSpPr/>
          <p:nvPr/>
        </p:nvSpPr>
        <p:spPr>
          <a:xfrm>
            <a:off x="2856865" y="3249930"/>
            <a:ext cx="548005" cy="56705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6" action="ppaction://hlinksldjump"/>
          </p:cNvPr>
          <p:cNvSpPr/>
          <p:nvPr/>
        </p:nvSpPr>
        <p:spPr>
          <a:xfrm>
            <a:off x="4434205" y="3249930"/>
            <a:ext cx="548005" cy="567055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7" action="ppaction://hlinksldjump"/>
          </p:cNvPr>
          <p:cNvSpPr/>
          <p:nvPr/>
        </p:nvSpPr>
        <p:spPr>
          <a:xfrm>
            <a:off x="6011545" y="3249930"/>
            <a:ext cx="548005" cy="56705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34280" y="1764030"/>
            <a:ext cx="10814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3"/>
                </a:solidFill>
              </a:rPr>
              <a:t>three</a:t>
            </a:r>
            <a:endParaRPr lang="en-US" altLang="zh-CN" sz="2800">
              <a:solidFill>
                <a:schemeClr val="accent3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37350" y="182562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chemeClr val="accent6"/>
                </a:solidFill>
                <a:sym typeface="+mn-ea"/>
              </a:rPr>
              <a:t>four</a:t>
            </a:r>
            <a:endParaRPr lang="en-US" altLang="zh-CN" sz="2800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828925" y="4013200"/>
            <a:ext cx="741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3">
                    <a:lumMod val="75000"/>
                  </a:schemeClr>
                </a:solidFill>
              </a:rPr>
              <a:t>five</a:t>
            </a:r>
            <a:endParaRPr lang="en-US" altLang="zh-CN" sz="2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38345" y="4013200"/>
            <a:ext cx="7404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accent6">
                    <a:lumMod val="50000"/>
                  </a:schemeClr>
                </a:solidFill>
              </a:rPr>
              <a:t>six</a:t>
            </a:r>
            <a:endParaRPr lang="en-US" altLang="zh-CN" sz="28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00420" y="4013200"/>
            <a:ext cx="1258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2"/>
                </a:solidFill>
              </a:rPr>
              <a:t>seven</a:t>
            </a:r>
            <a:endParaRPr lang="en-US" altLang="zh-CN" sz="2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WPS 演示</Application>
  <PresentationFormat>宽屏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WPS</vt:lpstr>
      <vt:lpstr>Maria Counts Pumkins.</vt:lpstr>
      <vt:lpstr>Maria has one pumkin.</vt:lpstr>
      <vt:lpstr>                 Maria has two pumkins.</vt:lpstr>
      <vt:lpstr>             Maria has three pumkins.</vt:lpstr>
      <vt:lpstr>             Maria has four pumkins.</vt:lpstr>
      <vt:lpstr>                Maria has five pumkins.</vt:lpstr>
      <vt:lpstr>                  Maria has six pumkins.</vt:lpstr>
      <vt:lpstr>            Maria has seven pumkins.</vt:lpstr>
      <vt:lpstr>             Maria has too many pumkins.</vt:lpstr>
      <vt:lpstr>Click on the colored buttons to start getting to know the numbers!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徐文杰</dc:creator>
  <cp:lastModifiedBy>Linda.璽</cp:lastModifiedBy>
  <cp:revision>9</cp:revision>
  <dcterms:created xsi:type="dcterms:W3CDTF">2023-08-09T12:44:00Z</dcterms:created>
  <dcterms:modified xsi:type="dcterms:W3CDTF">2025-04-13T01:40:51Z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2052-12.1.0.20784</vt:lpwstr>
  </property>
</Properties>
</file>