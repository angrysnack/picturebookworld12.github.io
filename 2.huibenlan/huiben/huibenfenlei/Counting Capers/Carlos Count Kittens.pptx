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59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dbbee42-fcd1-4159-83d1-9b1ae4ef8db8}">
          <p14:sldIdLst>
            <p14:sldId id="267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59"/>
          </p14:sldIdLst>
        </p14:section>
        <p14:section name="无标题节" id="{a4cdbf3f-9c8d-4821-a652-4c7090e30ffd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BA02"/>
    <a:srgbClr val="7DDFD7"/>
    <a:srgbClr val="75BD42"/>
    <a:srgbClr val="FED961"/>
    <a:srgbClr val="E54C5E"/>
    <a:srgbClr val="30C0B4"/>
    <a:srgbClr val="4874CB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44"/>
        <p:guide pos="221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61" y="1143000"/>
            <a:ext cx="213707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005827"/>
            <a:ext cx="6170175" cy="1018953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40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104991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2.xml"/><Relationship Id="rId7" Type="http://schemas.openxmlformats.org/officeDocument/2006/relationships/slide" Target="slide14.xml"/><Relationship Id="rId6" Type="http://schemas.openxmlformats.org/officeDocument/2006/relationships/slide" Target="slide13.xml"/><Relationship Id="rId5" Type="http://schemas.openxmlformats.org/officeDocument/2006/relationships/slide" Target="slide16.xml"/><Relationship Id="rId4" Type="http://schemas.openxmlformats.org/officeDocument/2006/relationships/slide" Target="slide17.xml"/><Relationship Id="rId3" Type="http://schemas.openxmlformats.org/officeDocument/2006/relationships/slide" Target="slide15.xml"/><Relationship Id="rId2" Type="http://schemas.openxmlformats.org/officeDocument/2006/relationships/slide" Target="slide12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63245" y="6650990"/>
            <a:ext cx="5731510" cy="3571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>
                <a:latin typeface="+mj-ea"/>
                <a:ea typeface="+mj-ea"/>
              </a:rPr>
              <a:t>Carlos Count Kittens</a:t>
            </a:r>
            <a:endParaRPr lang="en-US" altLang="zh-CN" sz="6600">
              <a:latin typeface="+mj-ea"/>
              <a:ea typeface="+mj-ea"/>
            </a:endParaRPr>
          </a:p>
        </p:txBody>
      </p:sp>
      <p:pic>
        <p:nvPicPr>
          <p:cNvPr id="2" name="图片 1" descr="屏幕截图 2025-03-27 1633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08730"/>
            <a:ext cx="6858000" cy="2286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Carlos has one kitten.</a:t>
            </a:r>
            <a:endParaRPr lang="en-US" altLang="zh-CN"/>
          </a:p>
        </p:txBody>
      </p:sp>
      <p:pic>
        <p:nvPicPr>
          <p:cNvPr id="4" name="内容占位符 3" descr="屏幕截图 2025-03-27 16335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882900"/>
            <a:ext cx="6170295" cy="32054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two kittens.</a:t>
            </a:r>
            <a:endParaRPr lang="zh-CN" altLang="en-US"/>
          </a:p>
        </p:txBody>
      </p:sp>
      <p:pic>
        <p:nvPicPr>
          <p:cNvPr id="4" name="内容占位符 3" descr="屏幕截图 2025-03-27 1633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22270"/>
            <a:ext cx="6170295" cy="3127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three kittens.</a:t>
            </a:r>
            <a:endParaRPr lang="zh-CN" altLang="en-US"/>
          </a:p>
        </p:txBody>
      </p:sp>
      <p:pic>
        <p:nvPicPr>
          <p:cNvPr id="4" name="内容占位符 3" descr="屏幕截图 2025-03-27 1634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29255"/>
            <a:ext cx="6170295" cy="31127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four kittens.</a:t>
            </a:r>
            <a:endParaRPr lang="zh-CN" altLang="en-US"/>
          </a:p>
        </p:txBody>
      </p:sp>
      <p:pic>
        <p:nvPicPr>
          <p:cNvPr id="4" name="内容占位符 3" descr="屏幕截图 2025-03-27 16340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10205"/>
            <a:ext cx="6170295" cy="31508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five kittens.</a:t>
            </a:r>
            <a:endParaRPr lang="zh-CN" altLang="en-US"/>
          </a:p>
        </p:txBody>
      </p:sp>
      <p:pic>
        <p:nvPicPr>
          <p:cNvPr id="4" name="内容占位符 3" descr="屏幕截图 2025-03-27 1634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01315"/>
            <a:ext cx="6170295" cy="31692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six kittens.</a:t>
            </a:r>
            <a:endParaRPr lang="zh-CN" altLang="en-US"/>
          </a:p>
        </p:txBody>
      </p:sp>
      <p:pic>
        <p:nvPicPr>
          <p:cNvPr id="4" name="内容占位符 3" descr="屏幕截图 2025-03-27 16341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10205"/>
            <a:ext cx="6170295" cy="31508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seven kittens.</a:t>
            </a:r>
            <a:endParaRPr lang="zh-CN" altLang="en-US"/>
          </a:p>
        </p:txBody>
      </p:sp>
      <p:pic>
        <p:nvPicPr>
          <p:cNvPr id="4" name="内容占位符 3" descr="屏幕截图 2025-03-27 16342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24175"/>
            <a:ext cx="6170295" cy="31229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too many kittens!</a:t>
            </a:r>
            <a:endParaRPr lang="zh-CN" altLang="en-US"/>
          </a:p>
        </p:txBody>
      </p:sp>
      <p:pic>
        <p:nvPicPr>
          <p:cNvPr id="4" name="内容占位符 3" descr="屏幕截图 2025-03-27 16342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891790"/>
            <a:ext cx="6170295" cy="31883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280035" y="7647940"/>
            <a:ext cx="6474460" cy="2171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</a:rPr>
              <a:t>Click on the colored buttons to start getting to know the numbers!</a:t>
            </a:r>
            <a:endParaRPr lang="en-US" altLang="zh-CN" sz="440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1889125" y="2237105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>
            <a:hlinkClick r:id="rId2" action="ppaction://hlinksldjump"/>
          </p:cNvPr>
          <p:cNvSpPr/>
          <p:nvPr/>
        </p:nvSpPr>
        <p:spPr>
          <a:xfrm>
            <a:off x="4550410" y="2345055"/>
            <a:ext cx="548005" cy="5670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>
            <a:hlinkClick r:id="rId3" action="ppaction://hlinksldjump"/>
          </p:cNvPr>
          <p:cNvSpPr/>
          <p:nvPr/>
        </p:nvSpPr>
        <p:spPr>
          <a:xfrm>
            <a:off x="5355590" y="4836160"/>
            <a:ext cx="548005" cy="5670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>
            <a:hlinkClick r:id="rId4" action="ppaction://hlinksldjump"/>
          </p:cNvPr>
          <p:cNvSpPr/>
          <p:nvPr/>
        </p:nvSpPr>
        <p:spPr>
          <a:xfrm>
            <a:off x="4550410" y="6904990"/>
            <a:ext cx="548005" cy="5670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>
            <a:hlinkClick r:id="rId5" action="ppaction://hlinksldjump"/>
          </p:cNvPr>
          <p:cNvSpPr/>
          <p:nvPr/>
        </p:nvSpPr>
        <p:spPr>
          <a:xfrm>
            <a:off x="1947545" y="6704965"/>
            <a:ext cx="548005" cy="56705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>
            <a:hlinkClick r:id="rId6" action="ppaction://hlinksldjump"/>
          </p:cNvPr>
          <p:cNvSpPr/>
          <p:nvPr/>
        </p:nvSpPr>
        <p:spPr>
          <a:xfrm>
            <a:off x="1150620" y="4703445"/>
            <a:ext cx="548005" cy="5670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>
            <a:hlinkClick r:id="rId7" action="ppaction://hlinksldjump"/>
          </p:cNvPr>
          <p:cNvSpPr/>
          <p:nvPr/>
        </p:nvSpPr>
        <p:spPr>
          <a:xfrm>
            <a:off x="3239770" y="4417695"/>
            <a:ext cx="548005" cy="5670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54125" y="1286510"/>
            <a:ext cx="2204720" cy="81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rgbClr val="4874CB"/>
                </a:solidFill>
                <a:latin typeface="+mj-ea"/>
                <a:ea typeface="+mj-ea"/>
              </a:rPr>
              <a:t>one</a:t>
            </a:r>
            <a:endParaRPr lang="en-US" altLang="zh-CN" sz="6000">
              <a:solidFill>
                <a:srgbClr val="4874CB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98290" y="1222375"/>
            <a:ext cx="2204720" cy="81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rgbClr val="30C0B4"/>
                </a:solidFill>
                <a:latin typeface="+mj-ea"/>
                <a:ea typeface="+mj-ea"/>
              </a:rPr>
              <a:t>two</a:t>
            </a:r>
            <a:endParaRPr lang="en-US" altLang="zh-CN" sz="6000">
              <a:solidFill>
                <a:srgbClr val="30C0B4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0035" y="3727450"/>
            <a:ext cx="2204720" cy="81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rgbClr val="E54C5E"/>
                </a:solidFill>
                <a:latin typeface="+mj-ea"/>
                <a:ea typeface="+mj-ea"/>
              </a:rPr>
              <a:t>three</a:t>
            </a:r>
            <a:endParaRPr lang="en-US" altLang="zh-CN" sz="6000">
              <a:solidFill>
                <a:srgbClr val="E54C5E"/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90165" y="3522345"/>
            <a:ext cx="2204720" cy="81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rgbClr val="FED961"/>
                </a:solidFill>
                <a:latin typeface="+mj-ea"/>
                <a:ea typeface="+mj-ea"/>
              </a:rPr>
              <a:t>four</a:t>
            </a:r>
            <a:endParaRPr lang="en-US" altLang="zh-CN" sz="6000">
              <a:solidFill>
                <a:srgbClr val="FED96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36465" y="3943350"/>
            <a:ext cx="2204720" cy="81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rgbClr val="75BD42"/>
                </a:solidFill>
                <a:latin typeface="+mj-ea"/>
                <a:ea typeface="+mj-ea"/>
              </a:rPr>
              <a:t>five</a:t>
            </a:r>
            <a:endParaRPr lang="en-US" altLang="zh-CN" sz="6000">
              <a:solidFill>
                <a:srgbClr val="75BD4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64970" y="5776595"/>
            <a:ext cx="2204720" cy="81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rgbClr val="7DDFD7"/>
                </a:solidFill>
                <a:latin typeface="+mj-ea"/>
                <a:ea typeface="+mj-ea"/>
              </a:rPr>
              <a:t>six</a:t>
            </a:r>
            <a:endParaRPr lang="en-US" altLang="zh-CN" sz="6000">
              <a:solidFill>
                <a:srgbClr val="7DDFD7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87775" y="5952490"/>
            <a:ext cx="2586355" cy="819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rgbClr val="F2BA02"/>
                </a:solidFill>
                <a:latin typeface="+mj-ea"/>
                <a:ea typeface="+mj-ea"/>
              </a:rPr>
              <a:t>seven</a:t>
            </a:r>
            <a:endParaRPr lang="en-US" altLang="zh-CN" sz="6000">
              <a:solidFill>
                <a:srgbClr val="F2BA02"/>
              </a:solidFill>
              <a:latin typeface="+mj-ea"/>
              <a:ea typeface="+mj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Carlos has one kitten.</a:t>
            </a:r>
            <a:endParaRPr lang="en-US" altLang="zh-CN"/>
          </a:p>
        </p:txBody>
      </p:sp>
      <p:pic>
        <p:nvPicPr>
          <p:cNvPr id="4" name="内容占位符 3" descr="屏幕截图 2025-03-27 16335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882900"/>
            <a:ext cx="6170295" cy="320548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91405" y="902462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two kittens.</a:t>
            </a:r>
            <a:endParaRPr lang="zh-CN" altLang="en-US"/>
          </a:p>
        </p:txBody>
      </p:sp>
      <p:pic>
        <p:nvPicPr>
          <p:cNvPr id="4" name="内容占位符 3" descr="屏幕截图 2025-03-27 1633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22270"/>
            <a:ext cx="6170295" cy="312737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91405" y="902462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three kittens.</a:t>
            </a:r>
            <a:endParaRPr lang="zh-CN" altLang="en-US"/>
          </a:p>
        </p:txBody>
      </p:sp>
      <p:pic>
        <p:nvPicPr>
          <p:cNvPr id="4" name="内容占位符 3" descr="屏幕截图 2025-03-27 1634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29255"/>
            <a:ext cx="6170295" cy="311277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91405" y="902462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four kittens.</a:t>
            </a:r>
            <a:endParaRPr lang="zh-CN" altLang="en-US"/>
          </a:p>
        </p:txBody>
      </p:sp>
      <p:pic>
        <p:nvPicPr>
          <p:cNvPr id="4" name="内容占位符 3" descr="屏幕截图 2025-03-27 16340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10205"/>
            <a:ext cx="6170295" cy="315087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91405" y="902462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five kittens.</a:t>
            </a:r>
            <a:endParaRPr lang="zh-CN" altLang="en-US"/>
          </a:p>
        </p:txBody>
      </p:sp>
      <p:pic>
        <p:nvPicPr>
          <p:cNvPr id="4" name="内容占位符 3" descr="屏幕截图 2025-03-27 1634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01315"/>
            <a:ext cx="6170295" cy="316928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91405" y="902462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six kittens.</a:t>
            </a:r>
            <a:endParaRPr lang="zh-CN" altLang="en-US"/>
          </a:p>
        </p:txBody>
      </p:sp>
      <p:pic>
        <p:nvPicPr>
          <p:cNvPr id="4" name="内容占位符 3" descr="屏幕截图 2025-03-27 16341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10205"/>
            <a:ext cx="6170295" cy="315087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91405" y="902462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Carlos has seven kittens.</a:t>
            </a:r>
            <a:endParaRPr lang="zh-CN" altLang="en-US"/>
          </a:p>
        </p:txBody>
      </p:sp>
      <p:pic>
        <p:nvPicPr>
          <p:cNvPr id="4" name="内容占位符 3" descr="屏幕截图 2025-03-27 16342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2924175"/>
            <a:ext cx="6170295" cy="312293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891405" y="902462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WPS 演示</Application>
  <PresentationFormat>宽屏</PresentationFormat>
  <Paragraphs>62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Carlos has one kitten.</vt:lpstr>
      <vt:lpstr>Carlos has two kittens.</vt:lpstr>
      <vt:lpstr>Carlos has three kittens.</vt:lpstr>
      <vt:lpstr>Carlos has four kittens.</vt:lpstr>
      <vt:lpstr>Carlos has five kittens.</vt:lpstr>
      <vt:lpstr>Carlos has six kittens.</vt:lpstr>
      <vt:lpstr>Carlos has seven kittens.</vt:lpstr>
      <vt:lpstr>Carlos has too many kittens!</vt:lpstr>
      <vt:lpstr>PowerPoint 演示文稿</vt:lpstr>
      <vt:lpstr>Carlos has one kitten.</vt:lpstr>
      <vt:lpstr>Carlos has two kittens.</vt:lpstr>
      <vt:lpstr>Carlos has three kittens.</vt:lpstr>
      <vt:lpstr>Carlos has four kittens.</vt:lpstr>
      <vt:lpstr>Carlos has five kittens.</vt:lpstr>
      <vt:lpstr>Carlos has six kittens.</vt:lpstr>
      <vt:lpstr>Carlos has seven kittens.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162</cp:revision>
  <dcterms:created xsi:type="dcterms:W3CDTF">2019-06-19T02:08:00Z</dcterms:created>
  <dcterms:modified xsi:type="dcterms:W3CDTF">2025-04-13T01:40:50Z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83B536A5E9974C32B42FC312A2FCD06F_11</vt:lpwstr>
  </property>
</Properties>
</file>