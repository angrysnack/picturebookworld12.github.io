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0148A53-F48A-419A-8137-93C25B2AA0A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无标题节" id="{A44A2D44-0DE4-4F33-A73A-EF9BF826627C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732E3-D0DA-4BC6-97AD-5C4C50E77B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FA9F-39DA-43BB-BF62-2DE3C382FE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732E3-D0DA-4BC6-97AD-5C4C50E77B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FA9F-39DA-43BB-BF62-2DE3C382FE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732E3-D0DA-4BC6-97AD-5C4C50E77B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FA9F-39DA-43BB-BF62-2DE3C382FE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732E3-D0DA-4BC6-97AD-5C4C50E77B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FA9F-39DA-43BB-BF62-2DE3C382FE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732E3-D0DA-4BC6-97AD-5C4C50E77B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FA9F-39DA-43BB-BF62-2DE3C382FE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732E3-D0DA-4BC6-97AD-5C4C50E77B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FA9F-39DA-43BB-BF62-2DE3C382FE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732E3-D0DA-4BC6-97AD-5C4C50E77B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FA9F-39DA-43BB-BF62-2DE3C382FE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732E3-D0DA-4BC6-97AD-5C4C50E77B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FA9F-39DA-43BB-BF62-2DE3C382FE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732E3-D0DA-4BC6-97AD-5C4C50E77B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FA9F-39DA-43BB-BF62-2DE3C382FE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732E3-D0DA-4BC6-97AD-5C4C50E77B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FA9F-39DA-43BB-BF62-2DE3C382FE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732E3-D0DA-4BC6-97AD-5C4C50E77B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FA9F-39DA-43BB-BF62-2DE3C382FE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732E3-D0DA-4BC6-97AD-5C4C50E77B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0FA9F-39DA-43BB-BF62-2DE3C382FE4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slide" Target="slide15.xml"/><Relationship Id="rId7" Type="http://schemas.openxmlformats.org/officeDocument/2006/relationships/slide" Target="slide18.xml"/><Relationship Id="rId6" Type="http://schemas.openxmlformats.org/officeDocument/2006/relationships/slide" Target="slide17.xml"/><Relationship Id="rId5" Type="http://schemas.openxmlformats.org/officeDocument/2006/relationships/slide" Target="slide16.xml"/><Relationship Id="rId4" Type="http://schemas.openxmlformats.org/officeDocument/2006/relationships/slide" Target="slide14.xml"/><Relationship Id="rId3" Type="http://schemas.openxmlformats.org/officeDocument/2006/relationships/slide" Target="slide13.xml"/><Relationship Id="rId2" Type="http://schemas.openxmlformats.org/officeDocument/2006/relationships/slide" Target="slide12.xml"/><Relationship Id="rId1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973017" y="123184"/>
            <a:ext cx="8245965" cy="1160569"/>
          </a:xfrm>
        </p:spPr>
        <p:txBody>
          <a:bodyPr>
            <a:normAutofit fontScale="90000"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Pond Animals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32655" y="4264824"/>
            <a:ext cx="8947619" cy="1655762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655" y="1483227"/>
            <a:ext cx="11930158" cy="52171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10667" y="5688758"/>
            <a:ext cx="6845215" cy="11692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eight bugs.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8" y="0"/>
            <a:ext cx="10761863" cy="51857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4162" y="5722088"/>
            <a:ext cx="8186803" cy="1128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seven ducks.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256" y="114672"/>
            <a:ext cx="10441487" cy="53569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80151" y="5772867"/>
            <a:ext cx="5938381" cy="1085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six frogs.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252" y="0"/>
            <a:ext cx="10465496" cy="53855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23784" y="5873077"/>
            <a:ext cx="6696206" cy="98492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five turtles.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539" y="149773"/>
            <a:ext cx="10308921" cy="52489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05619" y="5874706"/>
            <a:ext cx="5932118" cy="10350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four fish.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030" y="47989"/>
            <a:ext cx="10406034" cy="51941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72846" y="5943599"/>
            <a:ext cx="7510397" cy="9723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three worms.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402" y="160626"/>
            <a:ext cx="10914461" cy="53696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30046" y="5752698"/>
            <a:ext cx="9101203" cy="1166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two swans.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301" y="216455"/>
            <a:ext cx="10177397" cy="51647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99356" y="5730657"/>
            <a:ext cx="6909148" cy="12354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one pond.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350" y="0"/>
            <a:ext cx="10396604" cy="53536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星形: 五角 3">
            <a:hlinkClick r:id="rId1" action="ppaction://hlinksldjump"/>
          </p:cNvPr>
          <p:cNvSpPr/>
          <p:nvPr/>
        </p:nvSpPr>
        <p:spPr>
          <a:xfrm>
            <a:off x="1542256" y="1090801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78071" y="410323"/>
            <a:ext cx="2432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Eight</a:t>
            </a:r>
            <a:endParaRPr lang="en-US" altLang="zh-CN" sz="2800" b="1" dirty="0">
              <a:solidFill>
                <a:schemeClr val="accent1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星形: 五角 5">
            <a:hlinkClick r:id="rId2" action="ppaction://hlinksldjump"/>
          </p:cNvPr>
          <p:cNvSpPr/>
          <p:nvPr/>
        </p:nvSpPr>
        <p:spPr>
          <a:xfrm>
            <a:off x="5390351" y="1090801"/>
            <a:ext cx="914400" cy="914400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314879" y="449581"/>
            <a:ext cx="12002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chemeClr val="accent3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Seven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8" name="星形: 五角 7">
            <a:hlinkClick r:id="rId3" action="ppaction://hlinksldjump"/>
          </p:cNvPr>
          <p:cNvSpPr/>
          <p:nvPr/>
        </p:nvSpPr>
        <p:spPr>
          <a:xfrm>
            <a:off x="9238447" y="1050330"/>
            <a:ext cx="914400" cy="914400"/>
          </a:xfrm>
          <a:prstGeom prst="star5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9238447" y="449581"/>
            <a:ext cx="1143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Six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10" name="星形: 五角 9">
            <a:hlinkClick r:id="rId4" action="ppaction://hlinksldjump"/>
          </p:cNvPr>
          <p:cNvSpPr/>
          <p:nvPr/>
        </p:nvSpPr>
        <p:spPr>
          <a:xfrm>
            <a:off x="1542256" y="3324777"/>
            <a:ext cx="914400" cy="914400"/>
          </a:xfrm>
          <a:prstGeom prst="star5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604066" y="2696590"/>
            <a:ext cx="3429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chemeClr val="accent5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Five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12" name="星形: 五角 11">
            <a:hlinkClick r:id="rId5" action="ppaction://hlinksldjump"/>
          </p:cNvPr>
          <p:cNvSpPr/>
          <p:nvPr/>
        </p:nvSpPr>
        <p:spPr>
          <a:xfrm>
            <a:off x="9288784" y="3356784"/>
            <a:ext cx="914400" cy="914400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209433" y="2618402"/>
            <a:ext cx="12010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Three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14" name="星形: 五角 13">
            <a:hlinkClick r:id="rId6" action="ppaction://hlinksldjump"/>
          </p:cNvPr>
          <p:cNvSpPr/>
          <p:nvPr/>
        </p:nvSpPr>
        <p:spPr>
          <a:xfrm>
            <a:off x="1604066" y="5380588"/>
            <a:ext cx="914400" cy="914400"/>
          </a:xfrm>
          <a:prstGeom prst="star5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604066" y="4755093"/>
            <a:ext cx="411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Two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16" name="星形: 五角 15">
            <a:hlinkClick r:id="rId7" action="ppaction://hlinksldjump"/>
          </p:cNvPr>
          <p:cNvSpPr/>
          <p:nvPr/>
        </p:nvSpPr>
        <p:spPr>
          <a:xfrm>
            <a:off x="5473521" y="5380588"/>
            <a:ext cx="914400" cy="914400"/>
          </a:xfrm>
          <a:prstGeom prst="star5">
            <a:avLst/>
          </a:prstGeom>
          <a:solidFill>
            <a:srgbClr val="FF9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470817" y="4787100"/>
            <a:ext cx="45354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One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18" name="星形: 五角 17">
            <a:hlinkClick r:id="rId8" action="ppaction://hlinksldjump"/>
          </p:cNvPr>
          <p:cNvSpPr/>
          <p:nvPr/>
        </p:nvSpPr>
        <p:spPr>
          <a:xfrm>
            <a:off x="5457789" y="3356784"/>
            <a:ext cx="914400" cy="914400"/>
          </a:xfrm>
          <a:prstGeom prst="star5">
            <a:avLst/>
          </a:prstGeom>
          <a:solidFill>
            <a:srgbClr val="FF33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470817" y="2618402"/>
            <a:ext cx="45354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Four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476394" y="4787100"/>
            <a:ext cx="47802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 Light" panose="020F0302020204030204"/>
                <a:sym typeface="+mn-ea"/>
              </a:rPr>
              <a:t>Click on the colored </a:t>
            </a:r>
            <a:r>
              <a:rPr lang="en-US" altLang="zh-CN" sz="3600" b="1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 Light" panose="020F0302020204030204"/>
                <a:sym typeface="+mn-ea"/>
              </a:rPr>
              <a:t>stars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 Light" panose="020F0302020204030204"/>
                <a:sym typeface="+mn-ea"/>
              </a:rPr>
              <a:t> to start getting </a:t>
            </a:r>
            <a:b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 Light" panose="020F0302020204030204"/>
                <a:sym typeface="+mn-ea"/>
              </a:rPr>
            </a:b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 Light" panose="020F0302020204030204"/>
                <a:sym typeface="+mn-ea"/>
              </a:rPr>
              <a:t>to know them!</a:t>
            </a:r>
            <a:endParaRPr lang="zh-CN" altLang="en-US" sz="3600" b="1" dirty="0">
              <a:latin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10667" y="5688758"/>
            <a:ext cx="6845215" cy="11692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eight bugs.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8" y="0"/>
            <a:ext cx="10761863" cy="51857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992012" y="5255250"/>
            <a:ext cx="2020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32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4162" y="5722088"/>
            <a:ext cx="8186803" cy="1128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seven ducks.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256" y="114672"/>
            <a:ext cx="10441487" cy="535696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992012" y="5255250"/>
            <a:ext cx="2020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32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80151" y="5772867"/>
            <a:ext cx="5938381" cy="1085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six frogs.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252" y="0"/>
            <a:ext cx="10465496" cy="538555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992012" y="5255250"/>
            <a:ext cx="2020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32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23784" y="5873077"/>
            <a:ext cx="6696206" cy="984923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five turtles.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539" y="149773"/>
            <a:ext cx="10308921" cy="524892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992012" y="5255250"/>
            <a:ext cx="2020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32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05619" y="5874706"/>
            <a:ext cx="5932118" cy="1035029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four fish.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030" y="47989"/>
            <a:ext cx="10406034" cy="519415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992012" y="5255250"/>
            <a:ext cx="2020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32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72846" y="5943599"/>
            <a:ext cx="7510397" cy="972399"/>
          </a:xfrm>
        </p:spPr>
        <p:txBody>
          <a:bodyPr>
            <a:normAutofit fontScale="90000" lnSpcReduction="10000"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three worms.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402" y="160626"/>
            <a:ext cx="10914461" cy="53696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992012" y="5255250"/>
            <a:ext cx="2020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32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30046" y="5752698"/>
            <a:ext cx="9101203" cy="1166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two swans.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301" y="216455"/>
            <a:ext cx="10177397" cy="51647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992012" y="5255250"/>
            <a:ext cx="2020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32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99356" y="5730657"/>
            <a:ext cx="6909148" cy="12354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 see one pond.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350" y="0"/>
            <a:ext cx="10396604" cy="535369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992012" y="5255250"/>
            <a:ext cx="2020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32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</Words>
  <Application>WPS 演示</Application>
  <PresentationFormat>宽屏</PresentationFormat>
  <Paragraphs>68</Paragraphs>
  <Slides>18</Slides>
  <Notes>0</Notes>
  <HiddenSlides>8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Cambria Math</vt:lpstr>
      <vt:lpstr>Calibri Light</vt:lpstr>
      <vt:lpstr>等线</vt:lpstr>
      <vt:lpstr>微软雅黑</vt:lpstr>
      <vt:lpstr>Office 主题​​</vt:lpstr>
      <vt:lpstr>Pond Animals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进贤 崔</dc:creator>
  <cp:lastModifiedBy>Linda.璽</cp:lastModifiedBy>
  <cp:revision>3</cp:revision>
  <dcterms:created xsi:type="dcterms:W3CDTF">2025-04-02T11:27:00Z</dcterms:created>
  <dcterms:modified xsi:type="dcterms:W3CDTF">2025-04-13T01:40:54Z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919D62ACDABD452BA683AD09782FD229_13</vt:lpwstr>
  </property>
  <property fmtid="{D5CDD505-2E9C-101B-9397-08002B2CF9AE}" pid="3" name="KSOProductBuildVer">
    <vt:lpwstr>2052-12.1.0.20784</vt:lpwstr>
  </property>
</Properties>
</file>